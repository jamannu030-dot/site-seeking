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256" r:id="rId2"/>
    <p:sldId id="258" r:id="rId3"/>
    <p:sldId id="259" r:id="rId4"/>
    <p:sldId id="261" r:id="rId5"/>
    <p:sldId id="277" r:id="rId6"/>
    <p:sldId id="262" r:id="rId7"/>
    <p:sldId id="263" r:id="rId8"/>
    <p:sldId id="266" r:id="rId9"/>
    <p:sldId id="265" r:id="rId10"/>
    <p:sldId id="269" r:id="rId11"/>
    <p:sldId id="267" r:id="rId12"/>
    <p:sldId id="273" r:id="rId13"/>
    <p:sldId id="281" r:id="rId14"/>
    <p:sldId id="278" r:id="rId15"/>
    <p:sldId id="279" r:id="rId16"/>
    <p:sldId id="275" r:id="rId17"/>
  </p:sldIdLst>
  <p:sldSz cx="18288000" cy="10287000"/>
  <p:notesSz cx="6858000" cy="9144000"/>
  <p:embeddedFontLst>
    <p:embeddedFont>
      <p:font typeface="Anton" pitchFamily="2" charset="0"/>
      <p:regular r:id="rId19"/>
    </p:embeddedFont>
    <p:embeddedFont>
      <p:font typeface="Arial Black" panose="020B0A04020102020204" pitchFamily="34" charset="0"/>
      <p:bold r:id="rId20"/>
    </p:embeddedFont>
    <p:embeddedFont>
      <p:font typeface="Bahnschrift SemiBold Condensed" panose="020B0502040204020203" pitchFamily="34" charset="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20" y="-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idhya jain" userId="9944984ab167e652" providerId="LiveId" clId="{9C138244-F9B8-4F52-86FE-6BD6FFEF4770}"/>
    <pc:docChg chg="modSld">
      <pc:chgData name="sanidhya jain" userId="9944984ab167e652" providerId="LiveId" clId="{9C138244-F9B8-4F52-86FE-6BD6FFEF4770}" dt="2026-03-24T06:13:53.708" v="106" actId="1076"/>
      <pc:docMkLst>
        <pc:docMk/>
      </pc:docMkLst>
      <pc:sldChg chg="addSp modSp mod">
        <pc:chgData name="sanidhya jain" userId="9944984ab167e652" providerId="LiveId" clId="{9C138244-F9B8-4F52-86FE-6BD6FFEF4770}" dt="2026-03-24T06:13:53.708" v="106" actId="1076"/>
        <pc:sldMkLst>
          <pc:docMk/>
          <pc:sldMk cId="0" sldId="256"/>
        </pc:sldMkLst>
        <pc:spChg chg="mod">
          <ac:chgData name="sanidhya jain" userId="9944984ab167e652" providerId="LiveId" clId="{9C138244-F9B8-4F52-86FE-6BD6FFEF4770}" dt="2026-03-24T06:12:29.942" v="24" actId="20577"/>
          <ac:spMkLst>
            <pc:docMk/>
            <pc:sldMk cId="0" sldId="256"/>
            <ac:spMk id="2" creationId="{14070A60-0992-85BE-D198-93AF625402DB}"/>
          </ac:spMkLst>
        </pc:spChg>
        <pc:spChg chg="add mod">
          <ac:chgData name="sanidhya jain" userId="9944984ab167e652" providerId="LiveId" clId="{9C138244-F9B8-4F52-86FE-6BD6FFEF4770}" dt="2026-03-24T06:13:53.708" v="106" actId="1076"/>
          <ac:spMkLst>
            <pc:docMk/>
            <pc:sldMk cId="0" sldId="256"/>
            <ac:spMk id="4" creationId="{3C7695C8-9D94-25D6-8DA9-C9E523F9E53E}"/>
          </ac:spMkLst>
        </pc:spChg>
        <pc:spChg chg="mod">
          <ac:chgData name="sanidhya jain" userId="9944984ab167e652" providerId="LiveId" clId="{9C138244-F9B8-4F52-86FE-6BD6FFEF4770}" dt="2026-03-24T06:12:33.325" v="25" actId="1076"/>
          <ac:spMkLst>
            <pc:docMk/>
            <pc:sldMk cId="0" sldId="256"/>
            <ac:spMk id="5" creationId="{F44E69EA-0FC0-8A74-F7A8-789E7561CDA6}"/>
          </ac:spMkLst>
        </pc:spChg>
        <pc:spChg chg="mod">
          <ac:chgData name="sanidhya jain" userId="9944984ab167e652" providerId="LiveId" clId="{9C138244-F9B8-4F52-86FE-6BD6FFEF4770}" dt="2026-03-24T06:12:09.078" v="0" actId="1076"/>
          <ac:spMkLst>
            <pc:docMk/>
            <pc:sldMk cId="0" sldId="256"/>
            <ac:spMk id="19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1525588" y="39150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3"/>
          <p:cNvGrpSpPr/>
          <p:nvPr/>
        </p:nvGrpSpPr>
        <p:grpSpPr>
          <a:xfrm rot="2700000">
            <a:off x="9592809" y="-1577859"/>
            <a:ext cx="2847034" cy="3027860"/>
            <a:chOff x="0" y="-47625"/>
            <a:chExt cx="749835" cy="797460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13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 rot="2700000">
            <a:off x="14142291" y="8771972"/>
            <a:ext cx="2847034" cy="3027860"/>
            <a:chOff x="0" y="-47625"/>
            <a:chExt cx="749835" cy="79746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 rot="2700000">
            <a:off x="12571564" y="9267339"/>
            <a:ext cx="2741727" cy="2922839"/>
            <a:chOff x="0" y="-47625"/>
            <a:chExt cx="722100" cy="769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 rot="2700000">
            <a:off x="18248918" y="-424955"/>
            <a:ext cx="5498479" cy="5679374"/>
            <a:chOff x="0" y="-47625"/>
            <a:chExt cx="1448157" cy="1495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2" name="Google Shape;22;p3"/>
            <p:cNvSpPr txBox="1"/>
            <p:nvPr/>
          </p:nvSpPr>
          <p:spPr>
            <a:xfrm>
              <a:off x="0" y="-47625"/>
              <a:ext cx="1448100" cy="14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26" name="Google Shape;26;p3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" name="Google Shape;27;p3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" name="Google Shape;28;p3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 rot="2700000">
            <a:off x="16189136" y="8709141"/>
            <a:ext cx="2847034" cy="3027860"/>
            <a:chOff x="0" y="-47625"/>
            <a:chExt cx="749835" cy="797460"/>
          </a:xfrm>
        </p:grpSpPr>
        <p:sp>
          <p:nvSpPr>
            <p:cNvPr id="32" name="Google Shape;32;p4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3" name="Google Shape;33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 rot="2700000">
            <a:off x="-1799839" y="5720819"/>
            <a:ext cx="2847034" cy="3027860"/>
            <a:chOff x="0" y="-47625"/>
            <a:chExt cx="749835" cy="79746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" name="Google Shape;36;p4"/>
            <p:cNvSpPr txBox="1"/>
            <p:nvPr/>
          </p:nvSpPr>
          <p:spPr>
            <a:xfrm>
              <a:off x="0" y="-47625"/>
              <a:ext cx="749700" cy="7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2700000">
            <a:off x="12161978" y="-1575435"/>
            <a:ext cx="2741727" cy="2922839"/>
            <a:chOff x="0" y="-47625"/>
            <a:chExt cx="722100" cy="7698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 rot="2700000">
            <a:off x="14303060" y="9671743"/>
            <a:ext cx="2741727" cy="2922839"/>
            <a:chOff x="0" y="-47625"/>
            <a:chExt cx="722100" cy="7698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2" name="Google Shape;42;p4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48" name="Google Shape;48;p4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0" name="Google Shape;50;p4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2031438" y="5793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54" name="Google Shape;54;p5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55" name="Google Shape;55;p5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56" name="Google Shape;56;p5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" name="Google Shape;57;p5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8" name="Google Shape;58;p5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61" name="Google Shape;61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2" name="Google Shape;62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5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5" name="Google Shape;65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5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67" name="Google Shape;67;p5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8" name="Google Shape;68;p5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4338200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9232907" y="4573150"/>
            <a:ext cx="4716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2" name="Google Shape;72;p6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73" name="Google Shape;73;p6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75" name="Google Shape;75;p6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" name="Google Shape;76;p6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7" name="Google Shape;77;p6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9" name="Google Shape;79;p6"/>
          <p:cNvGrpSpPr/>
          <p:nvPr/>
        </p:nvGrpSpPr>
        <p:grpSpPr>
          <a:xfrm rot="2700000">
            <a:off x="-1383233" y="4767676"/>
            <a:ext cx="2741727" cy="2922839"/>
            <a:chOff x="0" y="-47625"/>
            <a:chExt cx="722100" cy="769800"/>
          </a:xfrm>
        </p:grpSpPr>
        <p:sp>
          <p:nvSpPr>
            <p:cNvPr id="80" name="Google Shape;80;p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81" name="Google Shape;81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6"/>
          <p:cNvGrpSpPr/>
          <p:nvPr/>
        </p:nvGrpSpPr>
        <p:grpSpPr>
          <a:xfrm rot="2700000">
            <a:off x="16980967" y="3844570"/>
            <a:ext cx="2741727" cy="2922839"/>
            <a:chOff x="0" y="-47625"/>
            <a:chExt cx="722100" cy="769800"/>
          </a:xfrm>
        </p:grpSpPr>
        <p:sp>
          <p:nvSpPr>
            <p:cNvPr id="83" name="Google Shape;83;p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84" name="Google Shape;84;p6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body" idx="1"/>
          </p:nvPr>
        </p:nvSpPr>
        <p:spPr>
          <a:xfrm>
            <a:off x="3775400" y="4974625"/>
            <a:ext cx="5271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2"/>
          </p:nvPr>
        </p:nvSpPr>
        <p:spPr>
          <a:xfrm>
            <a:off x="9239209" y="4974625"/>
            <a:ext cx="52734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89" name="Google Shape;89;p7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90" name="Google Shape;90;p7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91" name="Google Shape;91;p7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7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3" name="Google Shape;93;p7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5" name="Google Shape;95;p7"/>
          <p:cNvGrpSpPr/>
          <p:nvPr/>
        </p:nvGrpSpPr>
        <p:grpSpPr>
          <a:xfrm rot="2700000">
            <a:off x="11631253" y="-1522967"/>
            <a:ext cx="2741727" cy="2922839"/>
            <a:chOff x="0" y="-47625"/>
            <a:chExt cx="722100" cy="769800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97" name="Google Shape;97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7"/>
          <p:cNvGrpSpPr/>
          <p:nvPr/>
        </p:nvGrpSpPr>
        <p:grpSpPr>
          <a:xfrm rot="2700000">
            <a:off x="9692624" y="-2435115"/>
            <a:ext cx="2741727" cy="2922839"/>
            <a:chOff x="0" y="-47625"/>
            <a:chExt cx="722100" cy="769800"/>
          </a:xfrm>
        </p:grpSpPr>
        <p:sp>
          <p:nvSpPr>
            <p:cNvPr id="99" name="Google Shape;99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0" name="Google Shape;100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7"/>
          <p:cNvGrpSpPr/>
          <p:nvPr/>
        </p:nvGrpSpPr>
        <p:grpSpPr>
          <a:xfrm rot="2700000">
            <a:off x="4056857" y="9670886"/>
            <a:ext cx="2741727" cy="2922839"/>
            <a:chOff x="0" y="-47625"/>
            <a:chExt cx="722100" cy="769800"/>
          </a:xfrm>
        </p:grpSpPr>
        <p:sp>
          <p:nvSpPr>
            <p:cNvPr id="102" name="Google Shape;102;p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03" name="Google Shape;103;p7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8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06" name="Google Shape;106;p8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07" name="Google Shape;107;p8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08" name="Google Shape;108;p8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8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0" name="Google Shape;110;p8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580756" y="-1461657"/>
            <a:ext cx="2017283" cy="2082209"/>
            <a:chOff x="0" y="-47625"/>
            <a:chExt cx="531300" cy="54840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4" name="Google Shape;114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17343287" y="2054756"/>
            <a:ext cx="2017283" cy="2082209"/>
            <a:chOff x="0" y="-47625"/>
            <a:chExt cx="531300" cy="548400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17" name="Google Shape;117;p8"/>
            <p:cNvSpPr txBox="1"/>
            <p:nvPr/>
          </p:nvSpPr>
          <p:spPr>
            <a:xfrm>
              <a:off x="0" y="-47625"/>
              <a:ext cx="53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856803" y="9001300"/>
            <a:ext cx="2741727" cy="2922839"/>
            <a:chOff x="0" y="-47625"/>
            <a:chExt cx="722100" cy="769800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20" name="Google Shape;120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2121767" y="9671743"/>
            <a:ext cx="2741727" cy="2922839"/>
            <a:chOff x="0" y="-47625"/>
            <a:chExt cx="722100" cy="769800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23" name="Google Shape;123;p8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8536213" y="4471550"/>
            <a:ext cx="62241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body" idx="2"/>
          </p:nvPr>
        </p:nvSpPr>
        <p:spPr>
          <a:xfrm>
            <a:off x="3527688" y="4471550"/>
            <a:ext cx="48465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28" name="Google Shape;128;p9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29" name="Google Shape;129;p9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30" name="Google Shape;130;p9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9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2" name="Google Shape;132;p9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 rot="2700000">
            <a:off x="12786935" y="-1788318"/>
            <a:ext cx="2741727" cy="2922839"/>
            <a:chOff x="0" y="-47625"/>
            <a:chExt cx="722100" cy="769800"/>
          </a:xfrm>
        </p:grpSpPr>
        <p:sp>
          <p:nvSpPr>
            <p:cNvPr id="135" name="Google Shape;135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6" name="Google Shape;136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9"/>
          <p:cNvGrpSpPr/>
          <p:nvPr/>
        </p:nvGrpSpPr>
        <p:grpSpPr>
          <a:xfrm rot="2700000">
            <a:off x="8693243" y="8761814"/>
            <a:ext cx="2741727" cy="2922839"/>
            <a:chOff x="0" y="-47625"/>
            <a:chExt cx="722100" cy="769800"/>
          </a:xfrm>
        </p:grpSpPr>
        <p:sp>
          <p:nvSpPr>
            <p:cNvPr id="138" name="Google Shape;138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39" name="Google Shape;139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9"/>
          <p:cNvGrpSpPr/>
          <p:nvPr/>
        </p:nvGrpSpPr>
        <p:grpSpPr>
          <a:xfrm rot="2700000">
            <a:off x="10848306" y="-2435115"/>
            <a:ext cx="2741727" cy="2922839"/>
            <a:chOff x="0" y="-47625"/>
            <a:chExt cx="722100" cy="769800"/>
          </a:xfrm>
        </p:grpSpPr>
        <p:sp>
          <p:nvSpPr>
            <p:cNvPr id="141" name="Google Shape;141;p9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42" name="Google Shape;142;p9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>
            <a:spLocks noGrp="1"/>
          </p:cNvSpPr>
          <p:nvPr>
            <p:ph type="pic" idx="2"/>
          </p:nvPr>
        </p:nvSpPr>
        <p:spPr>
          <a:xfrm>
            <a:off x="9271925" y="4327260"/>
            <a:ext cx="4677000" cy="350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body" idx="1"/>
          </p:nvPr>
        </p:nvSpPr>
        <p:spPr>
          <a:xfrm>
            <a:off x="1611888" y="48661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46" name="Google Shape;146;p10"/>
          <p:cNvGrpSpPr/>
          <p:nvPr/>
        </p:nvGrpSpPr>
        <p:grpSpPr>
          <a:xfrm>
            <a:off x="787475" y="532476"/>
            <a:ext cx="1570808" cy="812152"/>
            <a:chOff x="0" y="-241102"/>
            <a:chExt cx="2094411" cy="1082869"/>
          </a:xfrm>
        </p:grpSpPr>
        <p:grpSp>
          <p:nvGrpSpPr>
            <p:cNvPr id="147" name="Google Shape;147;p10"/>
            <p:cNvGrpSpPr/>
            <p:nvPr/>
          </p:nvGrpSpPr>
          <p:grpSpPr>
            <a:xfrm>
              <a:off x="0" y="-241102"/>
              <a:ext cx="841388" cy="1082869"/>
              <a:chOff x="0" y="-47625"/>
              <a:chExt cx="166200" cy="213900"/>
            </a:xfrm>
          </p:grpSpPr>
          <p:sp>
            <p:nvSpPr>
              <p:cNvPr id="148" name="Google Shape;148;p10"/>
              <p:cNvSpPr/>
              <p:nvPr/>
            </p:nvSpPr>
            <p:spPr>
              <a:xfrm>
                <a:off x="0" y="0"/>
                <a:ext cx="166135" cy="166135"/>
              </a:xfrm>
              <a:custGeom>
                <a:avLst/>
                <a:gdLst/>
                <a:ahLst/>
                <a:cxnLst/>
                <a:rect l="l" t="t" r="r" b="b"/>
                <a:pathLst>
                  <a:path w="166135" h="166135" extrusionOk="0">
                    <a:moveTo>
                      <a:pt x="0" y="0"/>
                    </a:moveTo>
                    <a:lnTo>
                      <a:pt x="166135" y="0"/>
                    </a:lnTo>
                    <a:lnTo>
                      <a:pt x="166135" y="166135"/>
                    </a:lnTo>
                    <a:lnTo>
                      <a:pt x="0" y="166135"/>
                    </a:ln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</p:sp>
          <p:sp>
            <p:nvSpPr>
              <p:cNvPr id="149" name="Google Shape;149;p10"/>
              <p:cNvSpPr txBox="1"/>
              <p:nvPr/>
            </p:nvSpPr>
            <p:spPr>
              <a:xfrm>
                <a:off x="0" y="-47625"/>
                <a:ext cx="166200" cy="21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0"/>
            <p:cNvSpPr/>
            <p:nvPr/>
          </p:nvSpPr>
          <p:spPr>
            <a:xfrm>
              <a:off x="109769" y="80055"/>
              <a:ext cx="621522" cy="680950"/>
            </a:xfrm>
            <a:custGeom>
              <a:avLst/>
              <a:gdLst/>
              <a:ahLst/>
              <a:cxnLst/>
              <a:rect l="l" t="t" r="r" b="b"/>
              <a:pathLst>
                <a:path w="621522" h="680950" extrusionOk="0">
                  <a:moveTo>
                    <a:pt x="0" y="0"/>
                  </a:moveTo>
                  <a:lnTo>
                    <a:pt x="621522" y="0"/>
                  </a:lnTo>
                  <a:lnTo>
                    <a:pt x="621522" y="680950"/>
                  </a:lnTo>
                  <a:lnTo>
                    <a:pt x="0" y="6809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1" name="Google Shape;151;p10"/>
            <p:cNvSpPr txBox="1"/>
            <p:nvPr/>
          </p:nvSpPr>
          <p:spPr>
            <a:xfrm>
              <a:off x="1028211" y="103785"/>
              <a:ext cx="10662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29" b="0" i="0" u="none" strike="noStrike" cap="none">
                  <a:solidFill>
                    <a:srgbClr val="0F1A38"/>
                  </a:solidFill>
                  <a:latin typeface="Anton"/>
                  <a:ea typeface="Anton"/>
                  <a:cs typeface="Anton"/>
                  <a:sym typeface="Anton"/>
                </a:rPr>
                <a:t>LOGO</a:t>
              </a:r>
              <a:endParaRPr/>
            </a:p>
          </p:txBody>
        </p:sp>
      </p:grpSp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3" name="Google Shape;153;p10"/>
          <p:cNvGrpSpPr/>
          <p:nvPr/>
        </p:nvGrpSpPr>
        <p:grpSpPr>
          <a:xfrm rot="2700000">
            <a:off x="7569488" y="-2119717"/>
            <a:ext cx="2741727" cy="2922839"/>
            <a:chOff x="0" y="-47625"/>
            <a:chExt cx="722100" cy="769800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5" name="Google Shape;155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"/>
          <p:cNvGrpSpPr/>
          <p:nvPr/>
        </p:nvGrpSpPr>
        <p:grpSpPr>
          <a:xfrm rot="2700000">
            <a:off x="14392704" y="8761814"/>
            <a:ext cx="2741727" cy="2922839"/>
            <a:chOff x="0" y="-47625"/>
            <a:chExt cx="722100" cy="769800"/>
          </a:xfrm>
        </p:grpSpPr>
        <p:sp>
          <p:nvSpPr>
            <p:cNvPr id="157" name="Google Shape;157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58" name="Google Shape;158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0"/>
          <p:cNvGrpSpPr/>
          <p:nvPr/>
        </p:nvGrpSpPr>
        <p:grpSpPr>
          <a:xfrm rot="2700000">
            <a:off x="17187731" y="1429787"/>
            <a:ext cx="2741727" cy="2922839"/>
            <a:chOff x="0" y="-47625"/>
            <a:chExt cx="722100" cy="769800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1" name="Google Shape;161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0"/>
          <p:cNvGrpSpPr/>
          <p:nvPr/>
        </p:nvGrpSpPr>
        <p:grpSpPr>
          <a:xfrm rot="2700000">
            <a:off x="5898338" y="9671743"/>
            <a:ext cx="2741727" cy="2922839"/>
            <a:chOff x="0" y="-47625"/>
            <a:chExt cx="722100" cy="769800"/>
          </a:xfrm>
        </p:grpSpPr>
        <p:sp>
          <p:nvSpPr>
            <p:cNvPr id="163" name="Google Shape;163;p1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64" name="Google Shape;164;p10"/>
            <p:cNvSpPr txBox="1"/>
            <p:nvPr/>
          </p:nvSpPr>
          <p:spPr>
            <a:xfrm>
              <a:off x="0" y="-47625"/>
              <a:ext cx="722100" cy="7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05600" y="1888700"/>
            <a:ext cx="98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nton"/>
              <a:buNone/>
              <a:defRPr sz="72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4804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–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»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Char char="•"/>
              <a:defRPr sz="18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900" y="-327875"/>
            <a:ext cx="15769057" cy="9586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 rot="-2981227">
            <a:off x="2771744" y="-6865926"/>
            <a:ext cx="10717647" cy="34175000"/>
            <a:chOff x="0" y="-37699"/>
            <a:chExt cx="2822755" cy="9000823"/>
          </a:xfrm>
        </p:grpSpPr>
        <p:sp>
          <p:nvSpPr>
            <p:cNvPr id="171" name="Google Shape;171;p11"/>
            <p:cNvSpPr/>
            <p:nvPr/>
          </p:nvSpPr>
          <p:spPr>
            <a:xfrm>
              <a:off x="0" y="0"/>
              <a:ext cx="2814332" cy="8953198"/>
            </a:xfrm>
            <a:custGeom>
              <a:avLst/>
              <a:gdLst/>
              <a:ahLst/>
              <a:cxnLst/>
              <a:rect l="l" t="t" r="r" b="b"/>
              <a:pathLst>
                <a:path w="2814332" h="8953198" extrusionOk="0">
                  <a:moveTo>
                    <a:pt x="0" y="0"/>
                  </a:moveTo>
                  <a:lnTo>
                    <a:pt x="2814332" y="0"/>
                  </a:lnTo>
                  <a:lnTo>
                    <a:pt x="2814332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72" name="Google Shape;172;p11"/>
            <p:cNvSpPr txBox="1"/>
            <p:nvPr/>
          </p:nvSpPr>
          <p:spPr>
            <a:xfrm>
              <a:off x="8422" y="-37699"/>
              <a:ext cx="281433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1"/>
          <p:cNvGrpSpPr/>
          <p:nvPr/>
        </p:nvGrpSpPr>
        <p:grpSpPr>
          <a:xfrm rot="-2981227">
            <a:off x="14174405" y="-18609474"/>
            <a:ext cx="8493517" cy="34175000"/>
            <a:chOff x="0" y="-47625"/>
            <a:chExt cx="2236976" cy="900082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236976" cy="8953198"/>
            </a:xfrm>
            <a:custGeom>
              <a:avLst/>
              <a:gdLst/>
              <a:ahLst/>
              <a:cxnLst/>
              <a:rect l="l" t="t" r="r" b="b"/>
              <a:pathLst>
                <a:path w="2236976" h="8953198" extrusionOk="0">
                  <a:moveTo>
                    <a:pt x="0" y="0"/>
                  </a:moveTo>
                  <a:lnTo>
                    <a:pt x="2236976" y="0"/>
                  </a:lnTo>
                  <a:lnTo>
                    <a:pt x="2236976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47625"/>
              <a:ext cx="2236976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1"/>
          <p:cNvGrpSpPr/>
          <p:nvPr/>
        </p:nvGrpSpPr>
        <p:grpSpPr>
          <a:xfrm rot="2700000">
            <a:off x="12895306" y="7364297"/>
            <a:ext cx="5498471" cy="5679297"/>
            <a:chOff x="0" y="-47625"/>
            <a:chExt cx="1448157" cy="1495782"/>
          </a:xfrm>
        </p:grpSpPr>
        <p:sp>
          <p:nvSpPr>
            <p:cNvPr id="177" name="Google Shape;177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78" name="Google Shape;178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1"/>
          <p:cNvGrpSpPr/>
          <p:nvPr/>
        </p:nvGrpSpPr>
        <p:grpSpPr>
          <a:xfrm rot="2700000">
            <a:off x="-5544610" y="-411715"/>
            <a:ext cx="5498471" cy="5679297"/>
            <a:chOff x="0" y="-47625"/>
            <a:chExt cx="1448157" cy="1495782"/>
          </a:xfrm>
        </p:grpSpPr>
        <p:sp>
          <p:nvSpPr>
            <p:cNvPr id="180" name="Google Shape;180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1" name="Google Shape;181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 rot="2700000">
            <a:off x="12731408" y="-1897715"/>
            <a:ext cx="2296458" cy="2477284"/>
            <a:chOff x="0" y="-47625"/>
            <a:chExt cx="604828" cy="652453"/>
          </a:xfrm>
        </p:grpSpPr>
        <p:sp>
          <p:nvSpPr>
            <p:cNvPr id="183" name="Google Shape;183;p11"/>
            <p:cNvSpPr/>
            <p:nvPr/>
          </p:nvSpPr>
          <p:spPr>
            <a:xfrm>
              <a:off x="0" y="0"/>
              <a:ext cx="604828" cy="604828"/>
            </a:xfrm>
            <a:custGeom>
              <a:avLst/>
              <a:gdLst/>
              <a:ahLst/>
              <a:cxnLst/>
              <a:rect l="l" t="t" r="r" b="b"/>
              <a:pathLst>
                <a:path w="604828" h="604828" extrusionOk="0">
                  <a:moveTo>
                    <a:pt x="0" y="0"/>
                  </a:moveTo>
                  <a:lnTo>
                    <a:pt x="604828" y="0"/>
                  </a:lnTo>
                  <a:lnTo>
                    <a:pt x="604828" y="604828"/>
                  </a:lnTo>
                  <a:lnTo>
                    <a:pt x="0" y="604828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4" name="Google Shape;184;p11"/>
            <p:cNvSpPr txBox="1"/>
            <p:nvPr/>
          </p:nvSpPr>
          <p:spPr>
            <a:xfrm>
              <a:off x="0" y="-47625"/>
              <a:ext cx="604828" cy="652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1"/>
          <p:cNvGrpSpPr/>
          <p:nvPr/>
        </p:nvGrpSpPr>
        <p:grpSpPr>
          <a:xfrm rot="2700000">
            <a:off x="9363129" y="9121792"/>
            <a:ext cx="5498471" cy="5679297"/>
            <a:chOff x="0" y="-47625"/>
            <a:chExt cx="1448157" cy="1495782"/>
          </a:xfrm>
        </p:grpSpPr>
        <p:sp>
          <p:nvSpPr>
            <p:cNvPr id="186" name="Google Shape;186;p11"/>
            <p:cNvSpPr/>
            <p:nvPr/>
          </p:nvSpPr>
          <p:spPr>
            <a:xfrm>
              <a:off x="0" y="0"/>
              <a:ext cx="1448157" cy="1448157"/>
            </a:xfrm>
            <a:custGeom>
              <a:avLst/>
              <a:gdLst/>
              <a:ahLst/>
              <a:cxnLst/>
              <a:rect l="l" t="t" r="r" b="b"/>
              <a:pathLst>
                <a:path w="1448157" h="1448157" extrusionOk="0">
                  <a:moveTo>
                    <a:pt x="0" y="0"/>
                  </a:moveTo>
                  <a:lnTo>
                    <a:pt x="1448157" y="0"/>
                  </a:lnTo>
                  <a:lnTo>
                    <a:pt x="1448157" y="1448157"/>
                  </a:lnTo>
                  <a:lnTo>
                    <a:pt x="0" y="144815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187" name="Google Shape;187;p11"/>
            <p:cNvSpPr txBox="1"/>
            <p:nvPr/>
          </p:nvSpPr>
          <p:spPr>
            <a:xfrm>
              <a:off x="0" y="-47625"/>
              <a:ext cx="1448157" cy="1495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1"/>
          <p:cNvSpPr txBox="1"/>
          <p:nvPr/>
        </p:nvSpPr>
        <p:spPr>
          <a:xfrm>
            <a:off x="1049" y="3122194"/>
            <a:ext cx="7776013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11000" b="1" dirty="0">
                <a:solidFill>
                  <a:schemeClr val="bg1"/>
                </a:solidFill>
              </a:rPr>
              <a:t>SITE SEEKING</a:t>
            </a:r>
            <a:endParaRPr sz="11000" b="1" dirty="0">
              <a:solidFill>
                <a:schemeClr val="bg1"/>
              </a:solidFill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22192" y="7720060"/>
            <a:ext cx="56142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PRESENTED BY 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               SANIDHYA JAIN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   SHAZAD KHAN            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1</a:t>
            </a:r>
            <a:r>
              <a:rPr lang="en-US" sz="2400" b="1" baseline="30000" dirty="0">
                <a:solidFill>
                  <a:schemeClr val="bg1"/>
                </a:solidFill>
              </a:rPr>
              <a:t>st</a:t>
            </a:r>
            <a:r>
              <a:rPr lang="en-US" sz="2400" b="1" dirty="0">
                <a:solidFill>
                  <a:schemeClr val="bg1"/>
                </a:solidFill>
              </a:rPr>
              <a:t> year  BCA (FSD &amp; MA )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F9FFD-5F06-6EBC-AA49-B80E4946706D}"/>
              </a:ext>
            </a:extLst>
          </p:cNvPr>
          <p:cNvSpPr txBox="1"/>
          <p:nvPr/>
        </p:nvSpPr>
        <p:spPr>
          <a:xfrm>
            <a:off x="-25151" y="6819826"/>
            <a:ext cx="215501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An Online Tourism Planning &amp; Discovery Platform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70A60-0992-85BE-D198-93AF625402DB}"/>
              </a:ext>
            </a:extLst>
          </p:cNvPr>
          <p:cNvSpPr txBox="1"/>
          <p:nvPr/>
        </p:nvSpPr>
        <p:spPr>
          <a:xfrm>
            <a:off x="5393142" y="8042262"/>
            <a:ext cx="4047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     YOGITA SHARMA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Anurag Choudhary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E69EA-0FC0-8A74-F7A8-789E7561CDA6}"/>
              </a:ext>
            </a:extLst>
          </p:cNvPr>
          <p:cNvSpPr txBox="1"/>
          <p:nvPr/>
        </p:nvSpPr>
        <p:spPr>
          <a:xfrm>
            <a:off x="4908202" y="8804170"/>
            <a:ext cx="21471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</a:t>
            </a:r>
            <a:r>
              <a:rPr lang="en-US" sz="2800" b="1" baseline="30000" dirty="0">
                <a:solidFill>
                  <a:schemeClr val="bg1"/>
                </a:solidFill>
              </a:rPr>
              <a:t>st</a:t>
            </a:r>
            <a:r>
              <a:rPr lang="en-US" sz="2800" b="1" dirty="0">
                <a:solidFill>
                  <a:schemeClr val="bg1"/>
                </a:solidFill>
              </a:rPr>
              <a:t> year  BCA (AI/DS )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695C8-9D94-25D6-8DA9-C9E523F9E53E}"/>
              </a:ext>
            </a:extLst>
          </p:cNvPr>
          <p:cNvSpPr txBox="1"/>
          <p:nvPr/>
        </p:nvSpPr>
        <p:spPr>
          <a:xfrm>
            <a:off x="1156564" y="9455254"/>
            <a:ext cx="80941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SUBMITTED TO :</a:t>
            </a:r>
          </a:p>
          <a:p>
            <a:r>
              <a:rPr lang="en-US" sz="2500" b="1" dirty="0">
                <a:solidFill>
                  <a:schemeClr val="bg1"/>
                </a:solidFill>
              </a:rPr>
              <a:t>                            MR. NEERAJ KUSHWAHA SIR</a:t>
            </a:r>
            <a:endParaRPr lang="en-IN" sz="25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13"/>
          <p:cNvGrpSpPr/>
          <p:nvPr/>
        </p:nvGrpSpPr>
        <p:grpSpPr>
          <a:xfrm rot="-2981227">
            <a:off x="2952061" y="-5293197"/>
            <a:ext cx="12360729" cy="34175000"/>
            <a:chOff x="0" y="-47625"/>
            <a:chExt cx="3481480" cy="9000823"/>
          </a:xfrm>
        </p:grpSpPr>
        <p:sp>
          <p:nvSpPr>
            <p:cNvPr id="249" name="Google Shape;249;p13"/>
            <p:cNvSpPr/>
            <p:nvPr/>
          </p:nvSpPr>
          <p:spPr>
            <a:xfrm>
              <a:off x="0" y="0"/>
              <a:ext cx="3481480" cy="8953198"/>
            </a:xfrm>
            <a:custGeom>
              <a:avLst/>
              <a:gdLst/>
              <a:ahLst/>
              <a:cxnLst/>
              <a:rect l="l" t="t" r="r" b="b"/>
              <a:pathLst>
                <a:path w="3481480" h="8953198" extrusionOk="0">
                  <a:moveTo>
                    <a:pt x="0" y="0"/>
                  </a:moveTo>
                  <a:lnTo>
                    <a:pt x="3481480" y="0"/>
                  </a:lnTo>
                  <a:lnTo>
                    <a:pt x="3481480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50" name="Google Shape;250;p13"/>
            <p:cNvSpPr txBox="1"/>
            <p:nvPr/>
          </p:nvSpPr>
          <p:spPr>
            <a:xfrm>
              <a:off x="0" y="-47625"/>
              <a:ext cx="3481480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3"/>
          <p:cNvSpPr txBox="1"/>
          <p:nvPr/>
        </p:nvSpPr>
        <p:spPr>
          <a:xfrm>
            <a:off x="2931817" y="2565288"/>
            <a:ext cx="5046423" cy="1106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99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  <a:endParaRPr dirty="0"/>
          </a:p>
        </p:txBody>
      </p:sp>
      <p:sp>
        <p:nvSpPr>
          <p:cNvPr id="262" name="Google Shape;262;p13"/>
          <p:cNvSpPr txBox="1"/>
          <p:nvPr/>
        </p:nvSpPr>
        <p:spPr>
          <a:xfrm>
            <a:off x="2931817" y="4119591"/>
            <a:ext cx="5472890" cy="460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Tourism is a major contributor to India’s economy and cultural identity.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Religious and historical tourism plays a key role in employment generation.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Many heritage sites remain unexplored or forgotten due to lack of awareness.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SITE SEEKING is designed to bridge this gap using digital technology.</a:t>
            </a:r>
          </a:p>
          <a:p>
            <a:pPr marL="342900" lvl="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2300" dirty="0">
              <a:solidFill>
                <a:schemeClr val="bg1"/>
              </a:solidFill>
            </a:endParaRPr>
          </a:p>
        </p:txBody>
      </p:sp>
      <p:grpSp>
        <p:nvGrpSpPr>
          <p:cNvPr id="263" name="Google Shape;263;p13"/>
          <p:cNvGrpSpPr/>
          <p:nvPr/>
        </p:nvGrpSpPr>
        <p:grpSpPr>
          <a:xfrm rot="2700000">
            <a:off x="16189138" y="8709140"/>
            <a:ext cx="2847030" cy="3027856"/>
            <a:chOff x="0" y="-47625"/>
            <a:chExt cx="749835" cy="797460"/>
          </a:xfrm>
        </p:grpSpPr>
        <p:sp>
          <p:nvSpPr>
            <p:cNvPr id="264" name="Google Shape;264;p1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65" name="Google Shape;265;p13"/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3"/>
          <p:cNvGrpSpPr/>
          <p:nvPr/>
        </p:nvGrpSpPr>
        <p:grpSpPr>
          <a:xfrm rot="2700000">
            <a:off x="-1799837" y="5720818"/>
            <a:ext cx="2847030" cy="3027856"/>
            <a:chOff x="0" y="-47625"/>
            <a:chExt cx="749835" cy="797460"/>
          </a:xfrm>
        </p:grpSpPr>
        <p:sp>
          <p:nvSpPr>
            <p:cNvPr id="267" name="Google Shape;267;p13"/>
            <p:cNvSpPr/>
            <p:nvPr/>
          </p:nvSpPr>
          <p:spPr>
            <a:xfrm>
              <a:off x="0" y="0"/>
              <a:ext cx="749835" cy="749835"/>
            </a:xfrm>
            <a:custGeom>
              <a:avLst/>
              <a:gdLst/>
              <a:ahLst/>
              <a:cxnLst/>
              <a:rect l="l" t="t" r="r" b="b"/>
              <a:pathLst>
                <a:path w="749835" h="749835" extrusionOk="0">
                  <a:moveTo>
                    <a:pt x="0" y="0"/>
                  </a:moveTo>
                  <a:lnTo>
                    <a:pt x="749835" y="0"/>
                  </a:lnTo>
                  <a:lnTo>
                    <a:pt x="749835" y="749835"/>
                  </a:lnTo>
                  <a:lnTo>
                    <a:pt x="0" y="749835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68" name="Google Shape;268;p13"/>
            <p:cNvSpPr txBox="1"/>
            <p:nvPr/>
          </p:nvSpPr>
          <p:spPr>
            <a:xfrm>
              <a:off x="0" y="-47625"/>
              <a:ext cx="749835" cy="797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3"/>
          <p:cNvGrpSpPr/>
          <p:nvPr/>
        </p:nvGrpSpPr>
        <p:grpSpPr>
          <a:xfrm rot="2700000">
            <a:off x="4732725" y="-1810162"/>
            <a:ext cx="2741636" cy="2922462"/>
            <a:chOff x="0" y="-47625"/>
            <a:chExt cx="722077" cy="769702"/>
          </a:xfrm>
        </p:grpSpPr>
        <p:sp>
          <p:nvSpPr>
            <p:cNvPr id="270" name="Google Shape;270;p1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71" name="Google Shape;271;p1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3"/>
          <p:cNvGrpSpPr/>
          <p:nvPr/>
        </p:nvGrpSpPr>
        <p:grpSpPr>
          <a:xfrm rot="2700000">
            <a:off x="14303207" y="9671766"/>
            <a:ext cx="2741636" cy="2922462"/>
            <a:chOff x="0" y="-47625"/>
            <a:chExt cx="722077" cy="769702"/>
          </a:xfrm>
        </p:grpSpPr>
        <p:sp>
          <p:nvSpPr>
            <p:cNvPr id="273" name="Google Shape;273;p13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74" name="Google Shape;274;p13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2745877" y="1313670"/>
            <a:ext cx="11318036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7200" b="1" dirty="0">
                <a:solidFill>
                  <a:schemeClr val="bg1"/>
                </a:solidFill>
              </a:rPr>
              <a:t>About </a:t>
            </a:r>
            <a:r>
              <a:rPr lang="en-IN" sz="7200" b="1" spc="300" dirty="0">
                <a:solidFill>
                  <a:schemeClr val="bg1"/>
                </a:solidFill>
                <a:latin typeface="Anton" pitchFamily="2" charset="0"/>
              </a:rPr>
              <a:t>SITE SEEKING</a:t>
            </a:r>
            <a:endParaRPr sz="7200" b="1" spc="300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2745877" y="3015265"/>
            <a:ext cx="8427018" cy="717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SITE SEEKING is a web-based tourism planning and discovery platform.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It helps users select destinations according to budget and preferences.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The platform provides information about history, culture, and traditions.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Accessible through smartphones, laptops, tablets, and desktops.</a:t>
            </a:r>
          </a:p>
          <a:p>
            <a:pPr marL="457200" lvl="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3400" dirty="0">
              <a:solidFill>
                <a:schemeClr val="bg1"/>
              </a:solidFill>
            </a:endParaRPr>
          </a:p>
        </p:txBody>
      </p:sp>
      <p:grpSp>
        <p:nvGrpSpPr>
          <p:cNvPr id="289" name="Google Shape;289;p14"/>
          <p:cNvGrpSpPr/>
          <p:nvPr/>
        </p:nvGrpSpPr>
        <p:grpSpPr>
          <a:xfrm rot="2700000">
            <a:off x="-1306886" y="2519799"/>
            <a:ext cx="2741636" cy="2922462"/>
            <a:chOff x="0" y="-47625"/>
            <a:chExt cx="722077" cy="769702"/>
          </a:xfrm>
        </p:grpSpPr>
        <p:sp>
          <p:nvSpPr>
            <p:cNvPr id="290" name="Google Shape;290;p1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291" name="Google Shape;291;p14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4"/>
          <p:cNvGrpSpPr/>
          <p:nvPr/>
        </p:nvGrpSpPr>
        <p:grpSpPr>
          <a:xfrm rot="2700000">
            <a:off x="16981114" y="3844593"/>
            <a:ext cx="2741636" cy="2922462"/>
            <a:chOff x="0" y="-47625"/>
            <a:chExt cx="722077" cy="769702"/>
          </a:xfrm>
        </p:grpSpPr>
        <p:sp>
          <p:nvSpPr>
            <p:cNvPr id="293" name="Google Shape;293;p1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294" name="Google Shape;294;p14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6"/>
          <p:cNvGrpSpPr/>
          <p:nvPr/>
        </p:nvGrpSpPr>
        <p:grpSpPr>
          <a:xfrm rot="-5400000">
            <a:off x="1672870" y="-15705649"/>
            <a:ext cx="17810298" cy="34175000"/>
            <a:chOff x="0" y="-47625"/>
            <a:chExt cx="3759881" cy="9000823"/>
          </a:xfrm>
        </p:grpSpPr>
        <p:sp>
          <p:nvSpPr>
            <p:cNvPr id="339" name="Google Shape;339;p16"/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340" name="Google Shape;340;p16"/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16"/>
          <p:cNvGrpSpPr/>
          <p:nvPr/>
        </p:nvGrpSpPr>
        <p:grpSpPr>
          <a:xfrm rot="2700000">
            <a:off x="11631400" y="-1522944"/>
            <a:ext cx="2741636" cy="2922462"/>
            <a:chOff x="0" y="-47625"/>
            <a:chExt cx="722077" cy="769702"/>
          </a:xfrm>
        </p:grpSpPr>
        <p:sp>
          <p:nvSpPr>
            <p:cNvPr id="357" name="Google Shape;357;p1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358" name="Google Shape;358;p16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6"/>
          <p:cNvSpPr txBox="1"/>
          <p:nvPr/>
        </p:nvSpPr>
        <p:spPr>
          <a:xfrm>
            <a:off x="1124335" y="1741693"/>
            <a:ext cx="1104166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IN" sz="7200" b="1" dirty="0">
                <a:solidFill>
                  <a:schemeClr val="bg1"/>
                </a:solidFill>
              </a:rPr>
              <a:t>Problem Statement</a:t>
            </a:r>
            <a:endParaRPr lang="en-US" sz="7200" b="1" dirty="0">
              <a:solidFill>
                <a:schemeClr val="bg1"/>
              </a:solidFill>
              <a:latin typeface="Anton" pitchFamily="2" charset="0"/>
            </a:endParaRPr>
          </a:p>
        </p:txBody>
      </p:sp>
      <p:grpSp>
        <p:nvGrpSpPr>
          <p:cNvPr id="366" name="Google Shape;366;p16"/>
          <p:cNvGrpSpPr/>
          <p:nvPr/>
        </p:nvGrpSpPr>
        <p:grpSpPr>
          <a:xfrm rot="2700000">
            <a:off x="9692771" y="-2435092"/>
            <a:ext cx="2741636" cy="2922462"/>
            <a:chOff x="0" y="-47625"/>
            <a:chExt cx="722077" cy="769702"/>
          </a:xfrm>
        </p:grpSpPr>
        <p:sp>
          <p:nvSpPr>
            <p:cNvPr id="367" name="Google Shape;367;p1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68" name="Google Shape;368;p16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6"/>
          <p:cNvGrpSpPr/>
          <p:nvPr/>
        </p:nvGrpSpPr>
        <p:grpSpPr>
          <a:xfrm rot="2700000">
            <a:off x="4057005" y="9714453"/>
            <a:ext cx="2741636" cy="2922462"/>
            <a:chOff x="0" y="-47625"/>
            <a:chExt cx="722077" cy="769702"/>
          </a:xfrm>
        </p:grpSpPr>
        <p:sp>
          <p:nvSpPr>
            <p:cNvPr id="370" name="Google Shape;370;p16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71" name="Google Shape;371;p16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FCF98F-2360-55D3-82A6-720AE402AE44}"/>
              </a:ext>
            </a:extLst>
          </p:cNvPr>
          <p:cNvSpPr txBox="1"/>
          <p:nvPr/>
        </p:nvSpPr>
        <p:spPr>
          <a:xfrm>
            <a:off x="1124335" y="3305900"/>
            <a:ext cx="13636693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Travelers face confusion in selecting destinations and managing budgets.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Lack of awareness about underrated historical and religious places.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Tourism sector suffered major losses during COVID-19.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Absence of a unified platform for planning and cultural awareness.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IN" sz="3500" dirty="0">
              <a:solidFill>
                <a:schemeClr val="bg1"/>
              </a:solidFill>
            </a:endParaRPr>
          </a:p>
        </p:txBody>
      </p:sp>
      <p:sp>
        <p:nvSpPr>
          <p:cNvPr id="3" name="AutoShape 2" descr="Single Level Directory">
            <a:extLst>
              <a:ext uri="{FF2B5EF4-FFF2-40B4-BE49-F238E27FC236}">
                <a16:creationId xmlns:a16="http://schemas.microsoft.com/office/drawing/2014/main" id="{E40E6221-D752-20B3-75D4-9A92D78E42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38;p16">
            <a:extLst>
              <a:ext uri="{FF2B5EF4-FFF2-40B4-BE49-F238E27FC236}">
                <a16:creationId xmlns:a16="http://schemas.microsoft.com/office/drawing/2014/main" id="{E34938F3-F953-7B86-DE01-CA58D91CCB25}"/>
              </a:ext>
            </a:extLst>
          </p:cNvPr>
          <p:cNvGrpSpPr/>
          <p:nvPr/>
        </p:nvGrpSpPr>
        <p:grpSpPr>
          <a:xfrm rot="-5400000">
            <a:off x="-349961" y="-15375836"/>
            <a:ext cx="17810298" cy="34175000"/>
            <a:chOff x="0" y="-47625"/>
            <a:chExt cx="3759881" cy="9000823"/>
          </a:xfrm>
        </p:grpSpPr>
        <p:sp>
          <p:nvSpPr>
            <p:cNvPr id="5" name="Google Shape;339;p16">
              <a:extLst>
                <a:ext uri="{FF2B5EF4-FFF2-40B4-BE49-F238E27FC236}">
                  <a16:creationId xmlns:a16="http://schemas.microsoft.com/office/drawing/2014/main" id="{6FC012ED-489E-0D42-A374-D100926C8A3A}"/>
                </a:ext>
              </a:extLst>
            </p:cNvPr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" name="Google Shape;340;p16">
              <a:extLst>
                <a:ext uri="{FF2B5EF4-FFF2-40B4-BE49-F238E27FC236}">
                  <a16:creationId xmlns:a16="http://schemas.microsoft.com/office/drawing/2014/main" id="{410EE466-98BD-2DB3-CE59-2603C31DAC99}"/>
                </a:ext>
              </a:extLst>
            </p:cNvPr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oogle Shape;356;p16">
            <a:extLst>
              <a:ext uri="{FF2B5EF4-FFF2-40B4-BE49-F238E27FC236}">
                <a16:creationId xmlns:a16="http://schemas.microsoft.com/office/drawing/2014/main" id="{198BE179-8195-288E-2B80-7E0AA05CFC95}"/>
              </a:ext>
            </a:extLst>
          </p:cNvPr>
          <p:cNvGrpSpPr/>
          <p:nvPr/>
        </p:nvGrpSpPr>
        <p:grpSpPr>
          <a:xfrm rot="2700000">
            <a:off x="11631400" y="-1522944"/>
            <a:ext cx="2741636" cy="2922462"/>
            <a:chOff x="0" y="-47625"/>
            <a:chExt cx="722077" cy="769702"/>
          </a:xfrm>
        </p:grpSpPr>
        <p:sp>
          <p:nvSpPr>
            <p:cNvPr id="8" name="Google Shape;357;p16">
              <a:extLst>
                <a:ext uri="{FF2B5EF4-FFF2-40B4-BE49-F238E27FC236}">
                  <a16:creationId xmlns:a16="http://schemas.microsoft.com/office/drawing/2014/main" id="{EDC71A8B-A4CD-D9FD-2150-2E7C6066EDCC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9" name="Google Shape;358;p16">
              <a:extLst>
                <a:ext uri="{FF2B5EF4-FFF2-40B4-BE49-F238E27FC236}">
                  <a16:creationId xmlns:a16="http://schemas.microsoft.com/office/drawing/2014/main" id="{F709E612-F380-344F-5321-38200FD3B9D9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366;p16">
            <a:extLst>
              <a:ext uri="{FF2B5EF4-FFF2-40B4-BE49-F238E27FC236}">
                <a16:creationId xmlns:a16="http://schemas.microsoft.com/office/drawing/2014/main" id="{FD97D507-48BF-47F5-E664-2BA4D37C56B4}"/>
              </a:ext>
            </a:extLst>
          </p:cNvPr>
          <p:cNvGrpSpPr/>
          <p:nvPr/>
        </p:nvGrpSpPr>
        <p:grpSpPr>
          <a:xfrm rot="2700000">
            <a:off x="9692771" y="-2435092"/>
            <a:ext cx="2741636" cy="2922462"/>
            <a:chOff x="0" y="-47625"/>
            <a:chExt cx="722077" cy="769702"/>
          </a:xfrm>
        </p:grpSpPr>
        <p:sp>
          <p:nvSpPr>
            <p:cNvPr id="12" name="Google Shape;367;p16">
              <a:extLst>
                <a:ext uri="{FF2B5EF4-FFF2-40B4-BE49-F238E27FC236}">
                  <a16:creationId xmlns:a16="http://schemas.microsoft.com/office/drawing/2014/main" id="{1B6365C6-898D-67D7-3966-A031C69BDC41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3" name="Google Shape;368;p16">
              <a:extLst>
                <a:ext uri="{FF2B5EF4-FFF2-40B4-BE49-F238E27FC236}">
                  <a16:creationId xmlns:a16="http://schemas.microsoft.com/office/drawing/2014/main" id="{FDFF7033-5379-035A-0855-285BA59AC11F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369;p16">
            <a:extLst>
              <a:ext uri="{FF2B5EF4-FFF2-40B4-BE49-F238E27FC236}">
                <a16:creationId xmlns:a16="http://schemas.microsoft.com/office/drawing/2014/main" id="{8AE1F21F-EE7C-2E62-D90F-9AF82D3EA972}"/>
              </a:ext>
            </a:extLst>
          </p:cNvPr>
          <p:cNvGrpSpPr/>
          <p:nvPr/>
        </p:nvGrpSpPr>
        <p:grpSpPr>
          <a:xfrm rot="2700000">
            <a:off x="4057005" y="9714453"/>
            <a:ext cx="2741636" cy="2922462"/>
            <a:chOff x="0" y="-47625"/>
            <a:chExt cx="722077" cy="769702"/>
          </a:xfrm>
        </p:grpSpPr>
        <p:sp>
          <p:nvSpPr>
            <p:cNvPr id="15" name="Google Shape;370;p16">
              <a:extLst>
                <a:ext uri="{FF2B5EF4-FFF2-40B4-BE49-F238E27FC236}">
                  <a16:creationId xmlns:a16="http://schemas.microsoft.com/office/drawing/2014/main" id="{9C69CEAA-56F5-179A-2473-9A532ECA105A}"/>
                </a:ext>
              </a:extLst>
            </p:cNvPr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6" name="Google Shape;371;p16">
              <a:extLst>
                <a:ext uri="{FF2B5EF4-FFF2-40B4-BE49-F238E27FC236}">
                  <a16:creationId xmlns:a16="http://schemas.microsoft.com/office/drawing/2014/main" id="{B81F8BC5-56C1-AC57-65F2-5F5244EDD500}"/>
                </a:ext>
              </a:extLst>
            </p:cNvPr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AutoShape 2" descr="Single Level Directory">
            <a:extLst>
              <a:ext uri="{FF2B5EF4-FFF2-40B4-BE49-F238E27FC236}">
                <a16:creationId xmlns:a16="http://schemas.microsoft.com/office/drawing/2014/main" id="{32633A1D-9A8F-C544-BC9C-2815BF7551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1B29DB-79EE-1363-1F8D-A4846EB4495B}"/>
              </a:ext>
            </a:extLst>
          </p:cNvPr>
          <p:cNvSpPr txBox="1"/>
          <p:nvPr/>
        </p:nvSpPr>
        <p:spPr>
          <a:xfrm>
            <a:off x="1034321" y="3468972"/>
            <a:ext cx="1158056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To simplify travel planning for users.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To promote religious, historical, and cultural tourism.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To provide budget-friendly destination suggestions.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</a:rPr>
              <a:t>To reduce communication barriers between tourists and locals.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IN" sz="3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7D2C6-2806-97D5-7725-3C019AC46D89}"/>
              </a:ext>
            </a:extLst>
          </p:cNvPr>
          <p:cNvSpPr txBox="1"/>
          <p:nvPr/>
        </p:nvSpPr>
        <p:spPr>
          <a:xfrm>
            <a:off x="1034321" y="1711664"/>
            <a:ext cx="1799617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700" b="1" dirty="0">
                <a:solidFill>
                  <a:schemeClr val="bg1"/>
                </a:solidFill>
              </a:rPr>
              <a:t>Objectives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670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17"/>
          <p:cNvGrpSpPr/>
          <p:nvPr/>
        </p:nvGrpSpPr>
        <p:grpSpPr>
          <a:xfrm rot="-5400000">
            <a:off x="11455721" y="-3373054"/>
            <a:ext cx="14275800" cy="20220155"/>
            <a:chOff x="0" y="-47625"/>
            <a:chExt cx="3759881" cy="5325473"/>
          </a:xfrm>
        </p:grpSpPr>
        <p:sp>
          <p:nvSpPr>
            <p:cNvPr id="380" name="Google Shape;380;p17"/>
            <p:cNvSpPr/>
            <p:nvPr/>
          </p:nvSpPr>
          <p:spPr>
            <a:xfrm>
              <a:off x="0" y="0"/>
              <a:ext cx="3759881" cy="5277848"/>
            </a:xfrm>
            <a:custGeom>
              <a:avLst/>
              <a:gdLst/>
              <a:ahLst/>
              <a:cxnLst/>
              <a:rect l="l" t="t" r="r" b="b"/>
              <a:pathLst>
                <a:path w="3759881" h="527784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5277848"/>
                  </a:lnTo>
                  <a:lnTo>
                    <a:pt x="0" y="527784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381" name="Google Shape;381;p17"/>
            <p:cNvSpPr txBox="1"/>
            <p:nvPr/>
          </p:nvSpPr>
          <p:spPr>
            <a:xfrm>
              <a:off x="0" y="-47625"/>
              <a:ext cx="3759881" cy="5325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7"/>
          <p:cNvSpPr txBox="1"/>
          <p:nvPr/>
        </p:nvSpPr>
        <p:spPr>
          <a:xfrm>
            <a:off x="886865" y="657532"/>
            <a:ext cx="693075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7200" b="1" dirty="0"/>
              <a:t>Scope of the Project</a:t>
            </a:r>
            <a:endParaRPr lang="en-US" sz="7200" b="1" dirty="0"/>
          </a:p>
        </p:txBody>
      </p:sp>
      <p:sp>
        <p:nvSpPr>
          <p:cNvPr id="391" name="Google Shape;391;p17"/>
          <p:cNvSpPr txBox="1"/>
          <p:nvPr/>
        </p:nvSpPr>
        <p:spPr>
          <a:xfrm>
            <a:off x="617801" y="3492814"/>
            <a:ext cx="71235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Usable across all modern web browsers.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Supports tourism in both urban and rural areas.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Useful for travelers, vendors, guides, and local communities.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Encourages sustainable and inclusive tourism development.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sz="2600" dirty="0"/>
          </a:p>
        </p:txBody>
      </p:sp>
      <p:grpSp>
        <p:nvGrpSpPr>
          <p:cNvPr id="392" name="Google Shape;392;p17"/>
          <p:cNvGrpSpPr/>
          <p:nvPr/>
        </p:nvGrpSpPr>
        <p:grpSpPr>
          <a:xfrm rot="2700000">
            <a:off x="5580805" y="-1461674"/>
            <a:ext cx="2017192" cy="2082107"/>
            <a:chOff x="0" y="-47625"/>
            <a:chExt cx="531277" cy="548374"/>
          </a:xfrm>
        </p:grpSpPr>
        <p:sp>
          <p:nvSpPr>
            <p:cNvPr id="393" name="Google Shape;393;p17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94" name="Google Shape;394;p17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17"/>
          <p:cNvGrpSpPr/>
          <p:nvPr/>
        </p:nvGrpSpPr>
        <p:grpSpPr>
          <a:xfrm rot="2700000">
            <a:off x="17343336" y="2054739"/>
            <a:ext cx="2017192" cy="2082107"/>
            <a:chOff x="0" y="-47625"/>
            <a:chExt cx="531277" cy="548374"/>
          </a:xfrm>
        </p:grpSpPr>
        <p:sp>
          <p:nvSpPr>
            <p:cNvPr id="396" name="Google Shape;396;p17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97" name="Google Shape;397;p17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7"/>
          <p:cNvGrpSpPr/>
          <p:nvPr/>
        </p:nvGrpSpPr>
        <p:grpSpPr>
          <a:xfrm rot="2700000">
            <a:off x="856950" y="9001323"/>
            <a:ext cx="2741636" cy="2922462"/>
            <a:chOff x="0" y="-47625"/>
            <a:chExt cx="722077" cy="769702"/>
          </a:xfrm>
        </p:grpSpPr>
        <p:sp>
          <p:nvSpPr>
            <p:cNvPr id="399" name="Google Shape;399;p1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00" name="Google Shape;400;p17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7"/>
          <p:cNvGrpSpPr/>
          <p:nvPr/>
        </p:nvGrpSpPr>
        <p:grpSpPr>
          <a:xfrm rot="2700000">
            <a:off x="2121914" y="9671766"/>
            <a:ext cx="2741636" cy="2922462"/>
            <a:chOff x="0" y="-47625"/>
            <a:chExt cx="722077" cy="769702"/>
          </a:xfrm>
        </p:grpSpPr>
        <p:sp>
          <p:nvSpPr>
            <p:cNvPr id="402" name="Google Shape;402;p17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03" name="Google Shape;403;p17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ED891D-0B86-FA48-A0AF-1AB0EDBD3697}"/>
              </a:ext>
            </a:extLst>
          </p:cNvPr>
          <p:cNvSpPr txBox="1"/>
          <p:nvPr/>
        </p:nvSpPr>
        <p:spPr>
          <a:xfrm>
            <a:off x="9684521" y="694740"/>
            <a:ext cx="64645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</a:rPr>
              <a:t>Aim of the Project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8DFBE-366C-C728-5173-5E8CAA12E2C1}"/>
              </a:ext>
            </a:extLst>
          </p:cNvPr>
          <p:cNvSpPr txBox="1"/>
          <p:nvPr/>
        </p:nvSpPr>
        <p:spPr>
          <a:xfrm>
            <a:off x="9548334" y="3122317"/>
            <a:ext cx="7680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 revive forgotten heritage sites and cultural arts.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 create direct employment for developers and designers.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 generate indirect income for vendors and local sellers.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 preserve India’s historical identity.</a:t>
            </a:r>
          </a:p>
          <a:p>
            <a:pPr marL="457200" indent="-4572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18"/>
          <p:cNvGrpSpPr/>
          <p:nvPr/>
        </p:nvGrpSpPr>
        <p:grpSpPr>
          <a:xfrm rot="-2981227">
            <a:off x="17102846" y="-14810372"/>
            <a:ext cx="14275800" cy="34175000"/>
            <a:chOff x="0" y="-47625"/>
            <a:chExt cx="3759881" cy="9000823"/>
          </a:xfrm>
        </p:grpSpPr>
        <p:sp>
          <p:nvSpPr>
            <p:cNvPr id="427" name="Google Shape;427;p18"/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8" name="Google Shape;428;p18"/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8"/>
          <p:cNvGrpSpPr/>
          <p:nvPr/>
        </p:nvGrpSpPr>
        <p:grpSpPr>
          <a:xfrm rot="2700000">
            <a:off x="9970020" y="-1146277"/>
            <a:ext cx="2017192" cy="2082107"/>
            <a:chOff x="0" y="-47625"/>
            <a:chExt cx="531277" cy="548374"/>
          </a:xfrm>
        </p:grpSpPr>
        <p:sp>
          <p:nvSpPr>
            <p:cNvPr id="430" name="Google Shape;430;p18"/>
            <p:cNvSpPr/>
            <p:nvPr/>
          </p:nvSpPr>
          <p:spPr>
            <a:xfrm>
              <a:off x="0" y="0"/>
              <a:ext cx="531277" cy="500749"/>
            </a:xfrm>
            <a:custGeom>
              <a:avLst/>
              <a:gdLst/>
              <a:ahLst/>
              <a:cxnLst/>
              <a:rect l="l" t="t" r="r" b="b"/>
              <a:pathLst>
                <a:path w="531277" h="500749" extrusionOk="0">
                  <a:moveTo>
                    <a:pt x="0" y="0"/>
                  </a:moveTo>
                  <a:lnTo>
                    <a:pt x="531277" y="0"/>
                  </a:lnTo>
                  <a:lnTo>
                    <a:pt x="531277" y="500749"/>
                  </a:lnTo>
                  <a:lnTo>
                    <a:pt x="0" y="500749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31" name="Google Shape;431;p18"/>
            <p:cNvSpPr txBox="1"/>
            <p:nvPr/>
          </p:nvSpPr>
          <p:spPr>
            <a:xfrm>
              <a:off x="0" y="-47625"/>
              <a:ext cx="531277" cy="548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 rot="2700000">
            <a:off x="17318256" y="1442166"/>
            <a:ext cx="2741636" cy="2922462"/>
            <a:chOff x="0" y="-47625"/>
            <a:chExt cx="722077" cy="769702"/>
          </a:xfrm>
        </p:grpSpPr>
        <p:sp>
          <p:nvSpPr>
            <p:cNvPr id="433" name="Google Shape;433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4" name="Google Shape;434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8"/>
          <p:cNvGrpSpPr/>
          <p:nvPr/>
        </p:nvGrpSpPr>
        <p:grpSpPr>
          <a:xfrm rot="2700000">
            <a:off x="-1672614" y="8761837"/>
            <a:ext cx="2741636" cy="2922462"/>
            <a:chOff x="0" y="-47625"/>
            <a:chExt cx="722077" cy="769702"/>
          </a:xfrm>
        </p:grpSpPr>
        <p:sp>
          <p:nvSpPr>
            <p:cNvPr id="436" name="Google Shape;436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37" name="Google Shape;437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8"/>
          <p:cNvGrpSpPr/>
          <p:nvPr/>
        </p:nvGrpSpPr>
        <p:grpSpPr>
          <a:xfrm rot="2700000">
            <a:off x="12075156" y="9671766"/>
            <a:ext cx="2741636" cy="2922462"/>
            <a:chOff x="0" y="-47625"/>
            <a:chExt cx="722077" cy="769702"/>
          </a:xfrm>
        </p:grpSpPr>
        <p:sp>
          <p:nvSpPr>
            <p:cNvPr id="439" name="Google Shape;439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440" name="Google Shape;440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18"/>
          <p:cNvGrpSpPr/>
          <p:nvPr/>
        </p:nvGrpSpPr>
        <p:grpSpPr>
          <a:xfrm rot="2700000">
            <a:off x="14013785" y="9047173"/>
            <a:ext cx="2741636" cy="2922462"/>
            <a:chOff x="0" y="-47625"/>
            <a:chExt cx="722077" cy="769702"/>
          </a:xfrm>
        </p:grpSpPr>
        <p:sp>
          <p:nvSpPr>
            <p:cNvPr id="451" name="Google Shape;451;p1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452" name="Google Shape;452;p1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FDB1FA-9370-EE04-653C-66CE34F0893E}"/>
              </a:ext>
            </a:extLst>
          </p:cNvPr>
          <p:cNvSpPr txBox="1"/>
          <p:nvPr/>
        </p:nvSpPr>
        <p:spPr>
          <a:xfrm>
            <a:off x="1254213" y="768642"/>
            <a:ext cx="82750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7200" b="1" dirty="0"/>
              <a:t>Why This Topic Was Chosen</a:t>
            </a:r>
            <a:endParaRPr lang="en-US" sz="7200" b="1" dirty="0">
              <a:solidFill>
                <a:schemeClr val="accent1"/>
              </a:solidFill>
              <a:latin typeface="Anton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D04F9-0824-E2D3-F2BF-CE141D7470D9}"/>
              </a:ext>
            </a:extLst>
          </p:cNvPr>
          <p:cNvSpPr txBox="1"/>
          <p:nvPr/>
        </p:nvSpPr>
        <p:spPr>
          <a:xfrm>
            <a:off x="1254213" y="3482761"/>
            <a:ext cx="80819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Younger generations are slowly forgetting Indian traditions.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Many villages and towns have rich but underrated heritage.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Increasing influence of western culture.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Tourism can act as a tool for cultural revival.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"/>
          <p:cNvSpPr txBox="1"/>
          <p:nvPr/>
        </p:nvSpPr>
        <p:spPr>
          <a:xfrm>
            <a:off x="10837015" y="3660615"/>
            <a:ext cx="783036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500" b="1" dirty="0"/>
              <a:t>Tourism in India After</a:t>
            </a:r>
          </a:p>
          <a:p>
            <a:pPr lvl="0">
              <a:lnSpc>
                <a:spcPct val="120000"/>
              </a:lnSpc>
            </a:pPr>
            <a:r>
              <a:rPr lang="en-US" sz="4500" b="1" dirty="0"/>
              <a:t> </a:t>
            </a:r>
            <a:r>
              <a:rPr lang="en-US" sz="4500" b="1" dirty="0">
                <a:latin typeface="Anton" pitchFamily="2" charset="0"/>
              </a:rPr>
              <a:t>COVID-19</a:t>
            </a:r>
            <a:endParaRPr sz="4500" b="1" dirty="0">
              <a:latin typeface="Anton" pitchFamily="2" charset="0"/>
            </a:endParaRPr>
          </a:p>
        </p:txBody>
      </p:sp>
      <p:grpSp>
        <p:nvGrpSpPr>
          <p:cNvPr id="528" name="Google Shape;528;p21"/>
          <p:cNvGrpSpPr/>
          <p:nvPr/>
        </p:nvGrpSpPr>
        <p:grpSpPr>
          <a:xfrm rot="2700000">
            <a:off x="631743" y="9088639"/>
            <a:ext cx="2741636" cy="2922462"/>
            <a:chOff x="0" y="-47625"/>
            <a:chExt cx="722077" cy="769702"/>
          </a:xfrm>
        </p:grpSpPr>
        <p:sp>
          <p:nvSpPr>
            <p:cNvPr id="529" name="Google Shape;529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0" name="Google Shape;530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1"/>
          <p:cNvGrpSpPr/>
          <p:nvPr/>
        </p:nvGrpSpPr>
        <p:grpSpPr>
          <a:xfrm rot="2700000">
            <a:off x="7310950" y="-2119694"/>
            <a:ext cx="2741636" cy="2922462"/>
            <a:chOff x="0" y="-47625"/>
            <a:chExt cx="722077" cy="769702"/>
          </a:xfrm>
        </p:grpSpPr>
        <p:sp>
          <p:nvSpPr>
            <p:cNvPr id="532" name="Google Shape;532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33" name="Google Shape;533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1"/>
          <p:cNvGrpSpPr/>
          <p:nvPr/>
        </p:nvGrpSpPr>
        <p:grpSpPr>
          <a:xfrm rot="2700000">
            <a:off x="8673001" y="-2576894"/>
            <a:ext cx="2741636" cy="2922462"/>
            <a:chOff x="0" y="-47625"/>
            <a:chExt cx="722077" cy="769702"/>
          </a:xfrm>
        </p:grpSpPr>
        <p:sp>
          <p:nvSpPr>
            <p:cNvPr id="535" name="Google Shape;535;p21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36" name="Google Shape;536;p21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56738E9-B5AA-65DC-513B-D0B52A47F973}"/>
              </a:ext>
            </a:extLst>
          </p:cNvPr>
          <p:cNvSpPr txBox="1"/>
          <p:nvPr/>
        </p:nvSpPr>
        <p:spPr>
          <a:xfrm>
            <a:off x="10570365" y="5231697"/>
            <a:ext cx="630936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Gradual recovery of domestic tourism.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 interest in hill stations and beaches.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Slow revival of religious and historical tourism.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Need for digital platforms to boost awareness.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91BDC-1AE1-C496-015A-2715EA06632B}"/>
              </a:ext>
            </a:extLst>
          </p:cNvPr>
          <p:cNvSpPr txBox="1"/>
          <p:nvPr/>
        </p:nvSpPr>
        <p:spPr>
          <a:xfrm>
            <a:off x="890144" y="1438743"/>
            <a:ext cx="6981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500" b="1" dirty="0"/>
              <a:t>Tourism in India During </a:t>
            </a:r>
            <a:r>
              <a:rPr lang="en-US" sz="4500" b="1" dirty="0">
                <a:latin typeface="Anton" pitchFamily="2" charset="0"/>
              </a:rPr>
              <a:t>COVID-19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7BC78-CD69-AA54-E228-1591AADB719F}"/>
              </a:ext>
            </a:extLst>
          </p:cNvPr>
          <p:cNvSpPr txBox="1"/>
          <p:nvPr/>
        </p:nvSpPr>
        <p:spPr>
          <a:xfrm>
            <a:off x="890144" y="3164067"/>
            <a:ext cx="68254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Complete lockdowns resulted in closure of tourist sites.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Significant drop in visitor footfall.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Loss of jobs and income in tourism-related sectors.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Severe impact on national GDP.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/>
          <p:nvPr/>
        </p:nvSpPr>
        <p:spPr>
          <a:xfrm>
            <a:off x="795665" y="1148177"/>
            <a:ext cx="6722279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7600" b="1" dirty="0"/>
              <a:t>Technology Stack Used</a:t>
            </a:r>
            <a:endParaRPr sz="7600" b="1" dirty="0"/>
          </a:p>
        </p:txBody>
      </p:sp>
      <p:grpSp>
        <p:nvGrpSpPr>
          <p:cNvPr id="500" name="Google Shape;500;p20"/>
          <p:cNvGrpSpPr/>
          <p:nvPr/>
        </p:nvGrpSpPr>
        <p:grpSpPr>
          <a:xfrm rot="-2981227">
            <a:off x="15996017" y="-13944338"/>
            <a:ext cx="14275800" cy="34175000"/>
            <a:chOff x="0" y="-47625"/>
            <a:chExt cx="3759881" cy="9000823"/>
          </a:xfrm>
        </p:grpSpPr>
        <p:sp>
          <p:nvSpPr>
            <p:cNvPr id="501" name="Google Shape;501;p20"/>
            <p:cNvSpPr/>
            <p:nvPr/>
          </p:nvSpPr>
          <p:spPr>
            <a:xfrm>
              <a:off x="0" y="0"/>
              <a:ext cx="3759881" cy="8953198"/>
            </a:xfrm>
            <a:custGeom>
              <a:avLst/>
              <a:gdLst/>
              <a:ahLst/>
              <a:cxnLst/>
              <a:rect l="l" t="t" r="r" b="b"/>
              <a:pathLst>
                <a:path w="3759881" h="8953198" extrusionOk="0">
                  <a:moveTo>
                    <a:pt x="0" y="0"/>
                  </a:moveTo>
                  <a:lnTo>
                    <a:pt x="3759881" y="0"/>
                  </a:lnTo>
                  <a:lnTo>
                    <a:pt x="3759881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502" name="Google Shape;502;p20"/>
            <p:cNvSpPr txBox="1"/>
            <p:nvPr/>
          </p:nvSpPr>
          <p:spPr>
            <a:xfrm>
              <a:off x="0" y="-47625"/>
              <a:ext cx="3759881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20"/>
          <p:cNvGrpSpPr/>
          <p:nvPr/>
        </p:nvGrpSpPr>
        <p:grpSpPr>
          <a:xfrm rot="2700000">
            <a:off x="7569635" y="-2119694"/>
            <a:ext cx="2741636" cy="2922462"/>
            <a:chOff x="0" y="-47625"/>
            <a:chExt cx="722077" cy="769702"/>
          </a:xfrm>
        </p:grpSpPr>
        <p:sp>
          <p:nvSpPr>
            <p:cNvPr id="504" name="Google Shape;504;p2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05" name="Google Shape;505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9" name="Google Shape;509;p20"/>
          <p:cNvGrpSpPr/>
          <p:nvPr/>
        </p:nvGrpSpPr>
        <p:grpSpPr>
          <a:xfrm rot="2700000">
            <a:off x="17187878" y="1429810"/>
            <a:ext cx="2741636" cy="2922462"/>
            <a:chOff x="0" y="-47625"/>
            <a:chExt cx="722077" cy="769702"/>
          </a:xfrm>
        </p:grpSpPr>
        <p:sp>
          <p:nvSpPr>
            <p:cNvPr id="510" name="Google Shape;510;p2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11" name="Google Shape;511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20"/>
          <p:cNvGrpSpPr/>
          <p:nvPr/>
        </p:nvGrpSpPr>
        <p:grpSpPr>
          <a:xfrm rot="2700000">
            <a:off x="5898485" y="9671766"/>
            <a:ext cx="2741636" cy="2922462"/>
            <a:chOff x="0" y="-47625"/>
            <a:chExt cx="722077" cy="769702"/>
          </a:xfrm>
        </p:grpSpPr>
        <p:sp>
          <p:nvSpPr>
            <p:cNvPr id="513" name="Google Shape;513;p2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14" name="Google Shape;514;p2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27FD0E9-338F-0B8A-F926-B2CCDD500319}"/>
              </a:ext>
            </a:extLst>
          </p:cNvPr>
          <p:cNvSpPr txBox="1"/>
          <p:nvPr/>
        </p:nvSpPr>
        <p:spPr>
          <a:xfrm>
            <a:off x="795665" y="4223847"/>
            <a:ext cx="74923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APIs: Google Maps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Hosting Platform: </a:t>
            </a:r>
            <a:r>
              <a:rPr lang="en-IN" sz="3000" dirty="0" err="1"/>
              <a:t>Vercel</a:t>
            </a:r>
            <a:r>
              <a:rPr lang="en-IN" sz="3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Database: Firebase </a:t>
            </a:r>
            <a:r>
              <a:rPr lang="en-IN" sz="3000" dirty="0" err="1"/>
              <a:t>Firestore</a:t>
            </a:r>
            <a:r>
              <a:rPr lang="en-IN" sz="3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Authentication: Firebase Authentication.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Analytics: Google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24"/>
          <p:cNvGrpSpPr/>
          <p:nvPr/>
        </p:nvGrpSpPr>
        <p:grpSpPr>
          <a:xfrm rot="1083438">
            <a:off x="-4697370" y="-4409012"/>
            <a:ext cx="13492776" cy="17187814"/>
            <a:chOff x="0" y="-47625"/>
            <a:chExt cx="3553653" cy="9000823"/>
          </a:xfrm>
        </p:grpSpPr>
        <p:sp>
          <p:nvSpPr>
            <p:cNvPr id="606" name="Google Shape;606;p24"/>
            <p:cNvSpPr/>
            <p:nvPr/>
          </p:nvSpPr>
          <p:spPr>
            <a:xfrm>
              <a:off x="0" y="0"/>
              <a:ext cx="3553653" cy="8953198"/>
            </a:xfrm>
            <a:custGeom>
              <a:avLst/>
              <a:gdLst/>
              <a:ahLst/>
              <a:cxnLst/>
              <a:rect l="l" t="t" r="r" b="b"/>
              <a:pathLst>
                <a:path w="3553653" h="8953198" extrusionOk="0">
                  <a:moveTo>
                    <a:pt x="0" y="0"/>
                  </a:moveTo>
                  <a:lnTo>
                    <a:pt x="3553653" y="0"/>
                  </a:lnTo>
                  <a:lnTo>
                    <a:pt x="3553653" y="8953198"/>
                  </a:lnTo>
                  <a:lnTo>
                    <a:pt x="0" y="8953198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07" name="Google Shape;607;p24"/>
            <p:cNvSpPr txBox="1"/>
            <p:nvPr/>
          </p:nvSpPr>
          <p:spPr>
            <a:xfrm>
              <a:off x="0" y="-47625"/>
              <a:ext cx="3553653" cy="9000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24"/>
          <p:cNvGrpSpPr/>
          <p:nvPr/>
        </p:nvGrpSpPr>
        <p:grpSpPr>
          <a:xfrm rot="2700000">
            <a:off x="5814180" y="-1683726"/>
            <a:ext cx="2596748" cy="2777574"/>
            <a:chOff x="0" y="-47625"/>
            <a:chExt cx="683917" cy="731542"/>
          </a:xfrm>
        </p:grpSpPr>
        <p:sp>
          <p:nvSpPr>
            <p:cNvPr id="615" name="Google Shape;615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16" name="Google Shape;616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24"/>
          <p:cNvGrpSpPr/>
          <p:nvPr/>
        </p:nvGrpSpPr>
        <p:grpSpPr>
          <a:xfrm rot="2700000">
            <a:off x="17414689" y="1854603"/>
            <a:ext cx="2596748" cy="2777574"/>
            <a:chOff x="0" y="-47625"/>
            <a:chExt cx="683917" cy="731542"/>
          </a:xfrm>
        </p:grpSpPr>
        <p:sp>
          <p:nvSpPr>
            <p:cNvPr id="618" name="Google Shape;618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19" name="Google Shape;619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24"/>
          <p:cNvGrpSpPr/>
          <p:nvPr/>
        </p:nvGrpSpPr>
        <p:grpSpPr>
          <a:xfrm rot="2700000">
            <a:off x="814576" y="9569213"/>
            <a:ext cx="2596748" cy="2777574"/>
            <a:chOff x="0" y="-47625"/>
            <a:chExt cx="683917" cy="731542"/>
          </a:xfrm>
        </p:grpSpPr>
        <p:sp>
          <p:nvSpPr>
            <p:cNvPr id="621" name="Google Shape;621;p24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622" name="Google Shape;622;p24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24"/>
          <p:cNvSpPr txBox="1"/>
          <p:nvPr/>
        </p:nvSpPr>
        <p:spPr>
          <a:xfrm>
            <a:off x="212839" y="1178271"/>
            <a:ext cx="480951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4500" b="1" dirty="0">
                <a:solidFill>
                  <a:schemeClr val="bg1"/>
                </a:solidFill>
              </a:rPr>
              <a:t>Performance &amp; Security Testing</a:t>
            </a:r>
            <a:endParaRPr sz="4500" b="1" dirty="0">
              <a:solidFill>
                <a:schemeClr val="bg1"/>
              </a:solidFill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212839" y="3189258"/>
            <a:ext cx="7373545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Cross-browser testing using </a:t>
            </a:r>
            <a:r>
              <a:rPr lang="en-US" sz="3000" dirty="0" err="1">
                <a:solidFill>
                  <a:schemeClr val="bg1"/>
                </a:solidFill>
              </a:rPr>
              <a:t>BrowserStack</a:t>
            </a:r>
            <a:r>
              <a:rPr lang="en-US" sz="3000" dirty="0">
                <a:solidFill>
                  <a:schemeClr val="bg1"/>
                </a:solidFill>
              </a:rPr>
              <a:t> and </a:t>
            </a:r>
            <a:r>
              <a:rPr lang="en-US" sz="3000" dirty="0" err="1">
                <a:solidFill>
                  <a:schemeClr val="bg1"/>
                </a:solidFill>
              </a:rPr>
              <a:t>LambdaTest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Tested on Chrome, Firefox, Edge, Safari.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Accessibility standards based on WCAG guidelines.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Screen reader compatibility testing.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3000" dirty="0">
              <a:solidFill>
                <a:schemeClr val="bg1"/>
              </a:solidFill>
            </a:endParaRPr>
          </a:p>
        </p:txBody>
      </p:sp>
      <p:grpSp>
        <p:nvGrpSpPr>
          <p:cNvPr id="625" name="Google Shape;625;p24"/>
          <p:cNvGrpSpPr/>
          <p:nvPr/>
        </p:nvGrpSpPr>
        <p:grpSpPr>
          <a:xfrm rot="2700000">
            <a:off x="17891043" y="721102"/>
            <a:ext cx="2741636" cy="2922462"/>
            <a:chOff x="0" y="-47625"/>
            <a:chExt cx="722077" cy="769702"/>
          </a:xfrm>
        </p:grpSpPr>
        <p:sp>
          <p:nvSpPr>
            <p:cNvPr id="626" name="Google Shape;626;p24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627" name="Google Shape;627;p24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332358A-740B-64B4-A6EA-937D6CFB6CDD}"/>
              </a:ext>
            </a:extLst>
          </p:cNvPr>
          <p:cNvSpPr txBox="1"/>
          <p:nvPr/>
        </p:nvSpPr>
        <p:spPr>
          <a:xfrm>
            <a:off x="10350717" y="1711930"/>
            <a:ext cx="74613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>
                <a:solidFill>
                  <a:schemeClr val="tx1"/>
                </a:solidFill>
              </a:rPr>
              <a:t>Testing Technologies – Manual &amp; Automation</a:t>
            </a:r>
            <a:endParaRPr lang="en-US" sz="4500" b="1" dirty="0">
              <a:solidFill>
                <a:schemeClr val="tx1"/>
              </a:solidFill>
              <a:latin typeface="Anton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FA427-E536-CFF9-2231-D158898D5C83}"/>
              </a:ext>
            </a:extLst>
          </p:cNvPr>
          <p:cNvSpPr txBox="1"/>
          <p:nvPr/>
        </p:nvSpPr>
        <p:spPr>
          <a:xfrm>
            <a:off x="9878481" y="3570316"/>
            <a:ext cx="73735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</a:rPr>
              <a:t>Manual Testing: Functional, Usability, Regression, Smoke Testing.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</a:rPr>
              <a:t>Automation Tools: Selenium WebDriver, Cypress, Playwright.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tx1"/>
                </a:solidFill>
              </a:rPr>
              <a:t>Frameworks: Data-driven, Keyword-driven, Hybrid.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22"/>
          <p:cNvGrpSpPr/>
          <p:nvPr/>
        </p:nvGrpSpPr>
        <p:grpSpPr>
          <a:xfrm rot="2700000">
            <a:off x="10935287" y="-1616838"/>
            <a:ext cx="2596748" cy="2777574"/>
            <a:chOff x="0" y="-47625"/>
            <a:chExt cx="683917" cy="731542"/>
          </a:xfrm>
        </p:grpSpPr>
        <p:sp>
          <p:nvSpPr>
            <p:cNvPr id="558" name="Google Shape;558;p22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59" name="Google Shape;559;p22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22"/>
          <p:cNvGrpSpPr/>
          <p:nvPr/>
        </p:nvGrpSpPr>
        <p:grpSpPr>
          <a:xfrm rot="2700000">
            <a:off x="17632436" y="4480476"/>
            <a:ext cx="2596748" cy="2777574"/>
            <a:chOff x="0" y="-47625"/>
            <a:chExt cx="683917" cy="731542"/>
          </a:xfrm>
        </p:grpSpPr>
        <p:sp>
          <p:nvSpPr>
            <p:cNvPr id="561" name="Google Shape;561;p22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562" name="Google Shape;562;p22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22"/>
          <p:cNvGrpSpPr/>
          <p:nvPr/>
        </p:nvGrpSpPr>
        <p:grpSpPr>
          <a:xfrm rot="2700000">
            <a:off x="9513404" y="-2435092"/>
            <a:ext cx="2741636" cy="2922462"/>
            <a:chOff x="0" y="-47625"/>
            <a:chExt cx="722077" cy="769702"/>
          </a:xfrm>
        </p:grpSpPr>
        <p:sp>
          <p:nvSpPr>
            <p:cNvPr id="564" name="Google Shape;564;p22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5" name="Google Shape;565;p22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22"/>
          <p:cNvGrpSpPr/>
          <p:nvPr/>
        </p:nvGrpSpPr>
        <p:grpSpPr>
          <a:xfrm rot="2700000">
            <a:off x="3384013" y="9671766"/>
            <a:ext cx="2741636" cy="2922462"/>
            <a:chOff x="0" y="-47625"/>
            <a:chExt cx="722077" cy="769702"/>
          </a:xfrm>
        </p:grpSpPr>
        <p:sp>
          <p:nvSpPr>
            <p:cNvPr id="567" name="Google Shape;567;p22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568" name="Google Shape;568;p22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3E5CD6-7330-FDD0-F8C1-48B302C0F7CA}"/>
              </a:ext>
            </a:extLst>
          </p:cNvPr>
          <p:cNvSpPr txBox="1"/>
          <p:nvPr/>
        </p:nvSpPr>
        <p:spPr>
          <a:xfrm>
            <a:off x="878719" y="1560823"/>
            <a:ext cx="8046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</a:rPr>
              <a:t>Compatibility &amp; Accessibility Testing</a:t>
            </a:r>
            <a:endParaRPr lang="en-US" sz="5600" b="1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1B623-83F1-2230-A033-2F76A316877A}"/>
              </a:ext>
            </a:extLst>
          </p:cNvPr>
          <p:cNvSpPr txBox="1"/>
          <p:nvPr/>
        </p:nvSpPr>
        <p:spPr>
          <a:xfrm>
            <a:off x="878719" y="3909150"/>
            <a:ext cx="76243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Cross-browser testing using </a:t>
            </a:r>
            <a:r>
              <a:rPr lang="en-US" sz="2800" dirty="0" err="1">
                <a:solidFill>
                  <a:schemeClr val="bg1"/>
                </a:solidFill>
              </a:rPr>
              <a:t>BrowserStack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dirty="0" err="1">
                <a:solidFill>
                  <a:schemeClr val="bg1"/>
                </a:solidFill>
              </a:rPr>
              <a:t>LambdaTest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Tested on Chrome, Firefox, Edge, Safari.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Accessibility standards based on WCAG guidelines.</a:t>
            </a: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Screen reader compatibility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Google Shape;726;p28"/>
          <p:cNvGrpSpPr/>
          <p:nvPr/>
        </p:nvGrpSpPr>
        <p:grpSpPr>
          <a:xfrm rot="2700000">
            <a:off x="6999157" y="-1685391"/>
            <a:ext cx="2596748" cy="2777574"/>
            <a:chOff x="0" y="-47625"/>
            <a:chExt cx="683917" cy="731542"/>
          </a:xfrm>
        </p:grpSpPr>
        <p:sp>
          <p:nvSpPr>
            <p:cNvPr id="727" name="Google Shape;727;p28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28" name="Google Shape;728;p28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28"/>
          <p:cNvGrpSpPr/>
          <p:nvPr/>
        </p:nvGrpSpPr>
        <p:grpSpPr>
          <a:xfrm rot="2700000">
            <a:off x="17561275" y="4154087"/>
            <a:ext cx="2596748" cy="2777574"/>
            <a:chOff x="0" y="-47625"/>
            <a:chExt cx="683917" cy="731542"/>
          </a:xfrm>
        </p:grpSpPr>
        <p:sp>
          <p:nvSpPr>
            <p:cNvPr id="730" name="Google Shape;730;p28"/>
            <p:cNvSpPr/>
            <p:nvPr/>
          </p:nvSpPr>
          <p:spPr>
            <a:xfrm>
              <a:off x="0" y="0"/>
              <a:ext cx="683917" cy="683917"/>
            </a:xfrm>
            <a:custGeom>
              <a:avLst/>
              <a:gdLst/>
              <a:ahLst/>
              <a:cxnLst/>
              <a:rect l="l" t="t" r="r" b="b"/>
              <a:pathLst>
                <a:path w="683917" h="683917" extrusionOk="0">
                  <a:moveTo>
                    <a:pt x="0" y="0"/>
                  </a:moveTo>
                  <a:lnTo>
                    <a:pt x="683917" y="0"/>
                  </a:lnTo>
                  <a:lnTo>
                    <a:pt x="683917" y="683917"/>
                  </a:lnTo>
                  <a:lnTo>
                    <a:pt x="0" y="683917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31" name="Google Shape;731;p28"/>
            <p:cNvSpPr txBox="1"/>
            <p:nvPr/>
          </p:nvSpPr>
          <p:spPr>
            <a:xfrm>
              <a:off x="0" y="-47625"/>
              <a:ext cx="683917" cy="731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28"/>
          <p:cNvGrpSpPr/>
          <p:nvPr/>
        </p:nvGrpSpPr>
        <p:grpSpPr>
          <a:xfrm rot="2700000">
            <a:off x="17891043" y="5307684"/>
            <a:ext cx="2741636" cy="2922462"/>
            <a:chOff x="0" y="-47625"/>
            <a:chExt cx="722077" cy="769702"/>
          </a:xfrm>
        </p:grpSpPr>
        <p:sp>
          <p:nvSpPr>
            <p:cNvPr id="733" name="Google Shape;733;p28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734" name="Google Shape;734;p28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16B2F97-2734-E53A-643C-AAA1BF115897}"/>
              </a:ext>
            </a:extLst>
          </p:cNvPr>
          <p:cNvSpPr txBox="1"/>
          <p:nvPr/>
        </p:nvSpPr>
        <p:spPr>
          <a:xfrm>
            <a:off x="1253616" y="1603506"/>
            <a:ext cx="12687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solidFill>
                  <a:schemeClr val="bg1"/>
                </a:solidFill>
              </a:rPr>
              <a:t>Methodology</a:t>
            </a:r>
            <a:endParaRPr lang="en-IN" sz="7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4B374-8F68-CEF2-15BE-5D3C5957BD93}"/>
              </a:ext>
            </a:extLst>
          </p:cNvPr>
          <p:cNvSpPr txBox="1"/>
          <p:nvPr/>
        </p:nvSpPr>
        <p:spPr>
          <a:xfrm>
            <a:off x="1253616" y="3139166"/>
            <a:ext cx="105228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Data collection using surveys and visitor records.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Three-stage sampling technique for destinations.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Use of qualitative and quantitative research methods.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Systematic tourism planning approach.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6E4C49-9F10-B7C2-B0C6-7CCDD940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40" y="1486631"/>
            <a:ext cx="98241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How the System 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714ED-AD4F-A53A-9BB1-01BA978C645E}"/>
              </a:ext>
            </a:extLst>
          </p:cNvPr>
          <p:cNvSpPr/>
          <p:nvPr/>
        </p:nvSpPr>
        <p:spPr>
          <a:xfrm>
            <a:off x="762000" y="641140"/>
            <a:ext cx="1524000" cy="699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39208-C780-25FC-2CA3-BFA0D5559B00}"/>
              </a:ext>
            </a:extLst>
          </p:cNvPr>
          <p:cNvSpPr txBox="1"/>
          <p:nvPr/>
        </p:nvSpPr>
        <p:spPr>
          <a:xfrm>
            <a:off x="436640" y="2993360"/>
            <a:ext cx="78945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User logs into the SITE SEEKING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Searches destinations based on budget and interest.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Views historical, cultural, and travel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Downloads booking and travel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144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17B8BA-48D7-12F1-B12F-19CE0EC9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8" y="2546126"/>
            <a:ext cx="98241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Project Contribution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6E36A9-2E11-93F2-5405-95E629E544CD}"/>
              </a:ext>
            </a:extLst>
          </p:cNvPr>
          <p:cNvSpPr/>
          <p:nvPr/>
        </p:nvSpPr>
        <p:spPr>
          <a:xfrm>
            <a:off x="702129" y="669471"/>
            <a:ext cx="1681842" cy="7021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B04F4-EB1A-D45E-6CCA-2AFE5FA60623}"/>
              </a:ext>
            </a:extLst>
          </p:cNvPr>
          <p:cNvSpPr txBox="1"/>
          <p:nvPr/>
        </p:nvSpPr>
        <p:spPr>
          <a:xfrm>
            <a:off x="702128" y="4023360"/>
            <a:ext cx="90006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Boosts tourism sector revenue.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Creates employment opportunities.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Promotes Indian heritage globally.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Supports sustainable tourism growth.</a:t>
            </a:r>
          </a:p>
        </p:txBody>
      </p:sp>
    </p:spTree>
    <p:extLst>
      <p:ext uri="{BB962C8B-B14F-4D97-AF65-F5344CB8AC3E}">
        <p14:creationId xmlns:p14="http://schemas.microsoft.com/office/powerpoint/2010/main" val="16013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471DD3-F0F8-A7D2-0D04-FD5D6121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29" y="1911460"/>
            <a:ext cx="12561751" cy="1752600"/>
          </a:xfrm>
        </p:spPr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87370-8ACD-8BA8-8260-EC9A296B8DF3}"/>
              </a:ext>
            </a:extLst>
          </p:cNvPr>
          <p:cNvSpPr/>
          <p:nvPr/>
        </p:nvSpPr>
        <p:spPr>
          <a:xfrm>
            <a:off x="473529" y="424543"/>
            <a:ext cx="1943100" cy="10123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7A779-8F6C-A7D2-4135-F8D9AB4D8600}"/>
              </a:ext>
            </a:extLst>
          </p:cNvPr>
          <p:cNvSpPr txBox="1"/>
          <p:nvPr/>
        </p:nvSpPr>
        <p:spPr>
          <a:xfrm>
            <a:off x="473529" y="3847016"/>
            <a:ext cx="119216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SITE SEEKING is a technology-driven tourism platform that simplifies travel planning while promoting India’s cultural and historical heritage. The project supports economic growth and cultural preservation.</a:t>
            </a:r>
          </a:p>
        </p:txBody>
      </p:sp>
    </p:spTree>
    <p:extLst>
      <p:ext uri="{BB962C8B-B14F-4D97-AF65-F5344CB8AC3E}">
        <p14:creationId xmlns:p14="http://schemas.microsoft.com/office/powerpoint/2010/main" val="1775480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30"/>
          <p:cNvGrpSpPr/>
          <p:nvPr/>
        </p:nvGrpSpPr>
        <p:grpSpPr>
          <a:xfrm rot="2700000">
            <a:off x="-2813106" y="1287514"/>
            <a:ext cx="4987741" cy="5168567"/>
            <a:chOff x="0" y="-47625"/>
            <a:chExt cx="1313644" cy="1361269"/>
          </a:xfrm>
        </p:grpSpPr>
        <p:sp>
          <p:nvSpPr>
            <p:cNvPr id="760" name="Google Shape;760;p30"/>
            <p:cNvSpPr/>
            <p:nvPr/>
          </p:nvSpPr>
          <p:spPr>
            <a:xfrm>
              <a:off x="0" y="0"/>
              <a:ext cx="1313644" cy="1313644"/>
            </a:xfrm>
            <a:custGeom>
              <a:avLst/>
              <a:gdLst/>
              <a:ahLst/>
              <a:cxnLst/>
              <a:rect l="l" t="t" r="r" b="b"/>
              <a:pathLst>
                <a:path w="1313644" h="1313644" extrusionOk="0">
                  <a:moveTo>
                    <a:pt x="0" y="0"/>
                  </a:moveTo>
                  <a:lnTo>
                    <a:pt x="1313644" y="0"/>
                  </a:lnTo>
                  <a:lnTo>
                    <a:pt x="1313644" y="1313644"/>
                  </a:lnTo>
                  <a:lnTo>
                    <a:pt x="0" y="1313644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61" name="Google Shape;761;p30"/>
            <p:cNvSpPr txBox="1"/>
            <p:nvPr/>
          </p:nvSpPr>
          <p:spPr>
            <a:xfrm>
              <a:off x="0" y="-47625"/>
              <a:ext cx="1313644" cy="1361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2" name="Google Shape;762;p30"/>
          <p:cNvGrpSpPr/>
          <p:nvPr/>
        </p:nvGrpSpPr>
        <p:grpSpPr>
          <a:xfrm rot="2700000">
            <a:off x="17951392" y="3442069"/>
            <a:ext cx="4987741" cy="5168567"/>
            <a:chOff x="0" y="-47625"/>
            <a:chExt cx="1313644" cy="1361269"/>
          </a:xfrm>
        </p:grpSpPr>
        <p:sp>
          <p:nvSpPr>
            <p:cNvPr id="763" name="Google Shape;763;p30"/>
            <p:cNvSpPr/>
            <p:nvPr/>
          </p:nvSpPr>
          <p:spPr>
            <a:xfrm>
              <a:off x="0" y="0"/>
              <a:ext cx="1313644" cy="1313644"/>
            </a:xfrm>
            <a:custGeom>
              <a:avLst/>
              <a:gdLst/>
              <a:ahLst/>
              <a:cxnLst/>
              <a:rect l="l" t="t" r="r" b="b"/>
              <a:pathLst>
                <a:path w="1313644" h="1313644" extrusionOk="0">
                  <a:moveTo>
                    <a:pt x="0" y="0"/>
                  </a:moveTo>
                  <a:lnTo>
                    <a:pt x="1313644" y="0"/>
                  </a:lnTo>
                  <a:lnTo>
                    <a:pt x="1313644" y="1313644"/>
                  </a:lnTo>
                  <a:lnTo>
                    <a:pt x="0" y="1313644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764" name="Google Shape;764;p30"/>
            <p:cNvSpPr txBox="1"/>
            <p:nvPr/>
          </p:nvSpPr>
          <p:spPr>
            <a:xfrm>
              <a:off x="0" y="-47625"/>
              <a:ext cx="1313644" cy="1361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5" name="Google Shape;765;p30"/>
          <p:cNvGrpSpPr/>
          <p:nvPr/>
        </p:nvGrpSpPr>
        <p:grpSpPr>
          <a:xfrm rot="2700000">
            <a:off x="16981114" y="2246204"/>
            <a:ext cx="2741636" cy="2922462"/>
            <a:chOff x="0" y="-47625"/>
            <a:chExt cx="722077" cy="769702"/>
          </a:xfrm>
        </p:grpSpPr>
        <p:sp>
          <p:nvSpPr>
            <p:cNvPr id="766" name="Google Shape;766;p30"/>
            <p:cNvSpPr/>
            <p:nvPr/>
          </p:nvSpPr>
          <p:spPr>
            <a:xfrm>
              <a:off x="0" y="0"/>
              <a:ext cx="722077" cy="722077"/>
            </a:xfrm>
            <a:custGeom>
              <a:avLst/>
              <a:gdLst/>
              <a:ahLst/>
              <a:cxnLst/>
              <a:rect l="l" t="t" r="r" b="b"/>
              <a:pathLst>
                <a:path w="722077" h="722077" extrusionOk="0">
                  <a:moveTo>
                    <a:pt x="0" y="0"/>
                  </a:moveTo>
                  <a:lnTo>
                    <a:pt x="722077" y="0"/>
                  </a:lnTo>
                  <a:lnTo>
                    <a:pt x="722077" y="722077"/>
                  </a:lnTo>
                  <a:lnTo>
                    <a:pt x="0" y="722077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</p:sp>
        <p:sp>
          <p:nvSpPr>
            <p:cNvPr id="767" name="Google Shape;767;p30"/>
            <p:cNvSpPr txBox="1"/>
            <p:nvPr/>
          </p:nvSpPr>
          <p:spPr>
            <a:xfrm>
              <a:off x="0" y="-47625"/>
              <a:ext cx="722077" cy="769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ABD6067-78DE-C20D-41A4-8D155073264C}"/>
              </a:ext>
            </a:extLst>
          </p:cNvPr>
          <p:cNvSpPr txBox="1"/>
          <p:nvPr/>
        </p:nvSpPr>
        <p:spPr>
          <a:xfrm>
            <a:off x="5643829" y="3274128"/>
            <a:ext cx="11210636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700" dirty="0">
                <a:latin typeface="Bahnschrift SemiBold Condensed" panose="020B0502040204020203" pitchFamily="34" charset="0"/>
              </a:rPr>
              <a:t>THANK YOU</a:t>
            </a:r>
            <a:endParaRPr lang="en-IN" sz="17700" dirty="0">
              <a:latin typeface="Bahnschrift SemiBold Condensed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 Management System Project Proposal">
  <a:themeElements>
    <a:clrScheme name="Office">
      <a:dk1>
        <a:srgbClr val="000000"/>
      </a:dk1>
      <a:lt1>
        <a:srgbClr val="FFFFFF"/>
      </a:lt1>
      <a:dk2>
        <a:srgbClr val="545454"/>
      </a:dk2>
      <a:lt2>
        <a:srgbClr val="888888"/>
      </a:lt2>
      <a:accent1>
        <a:srgbClr val="0F1A38"/>
      </a:accent1>
      <a:accent2>
        <a:srgbClr val="5271FF"/>
      </a:accent2>
      <a:accent3>
        <a:srgbClr val="545454"/>
      </a:accent3>
      <a:accent4>
        <a:srgbClr val="888888"/>
      </a:accent4>
      <a:accent5>
        <a:srgbClr val="0F1A38"/>
      </a:accent5>
      <a:accent6>
        <a:srgbClr val="5271FF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655</Words>
  <Application>Microsoft Office PowerPoint</Application>
  <PresentationFormat>Custom</PresentationFormat>
  <Paragraphs>142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Anton</vt:lpstr>
      <vt:lpstr>Arial Black</vt:lpstr>
      <vt:lpstr>Bahnschrift SemiBold Condensed</vt:lpstr>
      <vt:lpstr>Calibri</vt:lpstr>
      <vt:lpstr>Arial</vt:lpstr>
      <vt:lpstr>Stock Management System Project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the System Works</vt:lpstr>
      <vt:lpstr>Project Contribution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sanidhya jain</cp:lastModifiedBy>
  <cp:revision>9</cp:revision>
  <dcterms:modified xsi:type="dcterms:W3CDTF">2026-03-24T06:14:03Z</dcterms:modified>
</cp:coreProperties>
</file>